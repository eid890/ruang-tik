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7: Database Sederhana — Proyek: Rancangan Database Proyek
Terdiri dari 3 pertemuan (Pertemuan 19–21 Kelas IX),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Modul ini melanjutkan Kelas VIII Modul 3 (field, record, ID unik) ke tingkat berikutnya: beberapa tabel yang saling berhubungan.
- Seluruh data adalah DATA FIKTIF. Gunakan kode santri (S001), bukan data asli.
- Database yang dirancang di modul ini akan disambungkan ke website proyek di Modul 8 (Sheets sebagai Backend).
- Fungsi baru: VLOOKUP. Pada pengaturan bahasa Indonesia, pemisah rumus memakai titik koma.
CATATAN
Istilah: relasi (hubungan antartabel), primary key (kunci utama, kode unik di tabel utama), foreign key (kode yang sama dipakai di tabel lain untuk menunjuk tabel utama), duplikasi data (data yang sama ditulis berulang-ulang).
VLOOKUP(kunci, rentang, nomor_kolom, FALSE): cari kunci di kolom pertama rentang, ambil nilai dari kolom ke-n. FALSE = cocok persis.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ke-19, dengan judul "Data yang Saling Berhubungan". Selamat datang di Semester Genap! Kita mulai dengan cara aplikasi besar menyimpan data.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kita memasuki Semester Genap Kelas IX, semester terakhir di jenjang Wustha. Di semester ini, aplikasi kelompok kalian akan bisa menyimpan data, dan menjadi solusi yang benar-benar bisa dipakai.
Siapa yang ingat, apa itu field dan record dari Kelas VIII?
(Tunggu jawaban: field = kolom, record = baris.)
Sekarang pertanyaan hari ini. Coba pikirkan sejenak:
"Jika nama santri ditulis ulang di setiap setoran selama setahun, apa masalahnya?"
(Beri waktu 1 menit. Minta 2–3 santri menjawab. Hargai semua jawaban.)
Data menjadi sangat banyak dan berulang. Jika suatu hari nama atau kelas santri berubah, kita harus mengubahnya di ratusan baris, dan pasti ada yang terlewat. Aplikasi seperti WASIAT mengatasi ini dengan memecah data menjadi beberapa tabel yang saling berhubungan. Inilah DATABASE RELASIONAL.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tabel setoran di layar. Setiap kali Ahmad setor, nama, kelas, dan halaqahnya ditulis ulang. Bagian kuning adalah DUPLIKASI, yaitu data yang sama ditulis berulang-ulang.
Lihat baris terakhir berwarna merah: nama tertulis "Ahmd", salah ketik. Sekarang komputer menganggap Ahmd adalah santri yang berbeda. Data menjadi tidak konsisten.
Akibatnya: boros tempat, rawan salah ketik, dan jika suatu hari Ahmad pindah halaqah, ratusan baris harus diubah satu per satu. Pasti ada yang terlewat.
Bagaimana solusinya?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Solusinya: pecah data menjadi DUA TABEL yang berhubungan.
Tabel SANTRI, di kiri, berisi data yang tetap: kode, nama, kelas, halaqah. Setiap santri ditulis SEKALI saja.
Tabel SETORAN, di kanan, berisi data harian: tanggal, kode, surat, ayat. Nama tidak ditulis lagi, cukup KODE-nya.
Kedua tabel dihubungkan oleh kolom Kode, yang ditandai kuning, seperti benang merah. Kode S001 di tabel Setoran menunjuk ke Ahmad di tabel Santri.
Jika Ahmad pindah halaqah, cukup ubah satu sel di tabel Santri, dan semua setoran Ahmad otomatis ikut. Inilah DATABASE RELASIONAL: data yang saling berhubungan.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empat istilah kunci.
PRIMARY KEY atau kunci utama: kode unik di tabel utama, misalnya kolom Kode di tabel Santri. Tidak boleh ada dua santri dengan kode yang sama. Seperti nomor induk santri.
FOREIGN KEY atau kunci tamu: kode yang sama dipakai di tabel lain untuk menunjuk ke tabel utama, misalnya kolom Kode di tabel Setoran.
RELASI: hubungan antartabel. Satu santri bisa memiliki banyak setoran. Ini disebut relasi satu ke banyak.
LOOKUP: mengambil data dari tabel lain berdasarkan kunci. Dari kode S001, kita bisa mendapatkan nama Ahmad. Pekan depan kita melakukannya di Google Sheets dengan VLOOKUP.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Kita latihan memecah tabel, lalu merancang tabel untuk aplikasi proyek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Latihan dulu. Perhatikan tabel peminjaman buku fiktif di layar: tanggal, judul buku, pengarang, kode santri, nama, dan kelas.
Kolom mana yang berulang? Diskusikan dalam kelompok.
(Tunggu jawaban.)
Judul dan pengarang berulang setiap kali buku yang sama dipinjam, tanda a. Nama dan kelas berulang setiap kali santri yang sama meminjam,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kertas, pecah tabel besar itu menjadi tiga tabel.
Tabel BUKU: kode buku sebagai primary key, judul, dan pengarang.
Tabel SANTRI: kode santri sebagai primary key, nama, dan kelas.
Tabel PEMINJAMAN: tanggal, kode buku, dan kode santri. Dua kode ini adalah foreign key yang menunjuk ke tabel Buku dan tabel Santri.
Gambar panah dari tabel Peminjaman ke kedua tabel lainnya. Sekarang setiap judul buku dan setiap nama santri cukup ditulis sekali.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Sekarang untuk proyek kelompok. Buka proposal dan tabel variabel dari Semester Ganjil. Tulis di Docs semua data yang perlu disimpan oleh aplikasi kalian.
Contoh untuk aplikasi setoran: kode santri, nama panggilan, kelas, halaqah, tanggal setoran, surat, jumlah ayat, dan target per pekan. Ingat, semuanya data latihan.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Kelompokkan data menjadi beberapa tabel. Prinsipnya: pisahkan data yang TETAP, yang jarang berubah, dari data HARIAN, yang sering bertambah.
Untuk setiap tabel, tentukan primary key-nya, dan kolom penghubung ke tabel lain. Tulis dalam tabel rancangan di Docs, seperti contoh di layar: tabel Santri, Setoran, dan Target.
Jika ragu, kelompok boleh bertanya kepada AI pada gilirannya: minta pendapat tentang rancangan tabel, bukan meminta dibuatkan.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Buka diagrams.net seperti di Modul 1. Gambar setiap tabel sebagai kotak: nama tabel di atas, daftar kolom di bawahnya. Tandai primary key dengan PK dan foreign key dengan FK.
Hubungkan kolom kunci dengan garis panah. Diagram seperti ini dipakai para pembuat database di seluruh dunia.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Ekspor diagram sebagai PNG, lalu sisipkan ke dokumen proposal di bagian Rancangan. Proposal kalian kini semakin lengkap: flowchart, sketsa layar, dan rancangan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Kelompok mengumpulkan: hasil latihan tiga tabel, daftar data aplikasi, tabel rancangan, dan diagram relasi di proposal.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bisa menjelaskan duplikasi data?
- data dipecah menjadi 2 tabel?
- kunci penghubung ditentukan?
- diagram relasi digambar?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data sebaiknya ditulis di satu tempat saja?
Pertanyaan kedua: tabel apa saja yang dibutuhkan aplikasi kelompokmu?
(Minta 2–3 santri menjawab secara bergantian.)
Pesan adab kita hari ini: rapi dalam mencatat adalah bagian dari amanah. Data yang tertata memudahkan semua orang dan mencegah kesalahan yang bisa merugikan orang lain.
Pekan depan: menghubungkan tabel di Google Sheets dengan VLOOKUP.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ke-20, dengan judul "Menghubungkan Tabel dengan VLOOKUP". Kita membuat tabel-tabel saling berhubungan di Google Sheets.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merancang tabel berhubungan. Siapa yang ingat, apa itu primary key?
(Tunggu jawaban: kode unik di tabel utama.)
Sekarang pertanyaan hari ini. Coba pikirkan sejenak:
"Di tabel Setoran hanya ada kode S001. Bagaimana menampilkan nama Ahmad di sebelahnya secara otomatis?"
(Beri waktu 1 menit. Minta 2–3 santri menjawab. Hargai semua jawaban.)
Dengan fungsi VLOOKUP, artinya pencarian vertikal. VLOOKUP mencari kode di tabel Santri, lalu mengambil namanya. Hari ini kita membangun tabel berhubungan di Google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VLOOKUP memiliki empat bagian. Perhatikan rumus di layar.
Bagian pertama, merah: B2, yaitu APA yang dicari. Misalnya sel B2 berisi kode S001.
Bagian kedua, hijau: Santri tanda seru A titik dua D, yaitu DI MANA mencarinya: lembar Santri, kolom A sampai D. Kode harus berada di kolom pertama rentang ini.
Bagian ketiga, ungu: 2, yaitu kolom KE BERAPA yang diambil. Kolom ke-2 adalah Nama.
Bagian keempat, kuning: FALSE, artinya harus cocok persis.
Jadi: cari S001 di kolom pertama tabel Santri, lalu ambil isi kolom kedua di baris itu. Hasilnya: Ahmad.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Buat Google Sheets baru dengan akun kelas: Database Setoran, garis bawah, Kel, dan nomor kelompok. Semua data fiktif.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Ganti nama Sheet1 menjadi Santri, tanda b. Isi baris judul: Kode, Nama, Kelas, Halaqah. Lalu isi enam sampai delapan santri fiktif dengan kode S001, S002, dan seterusnya, tanda a. Kode harus unik.
Bekukan baris judul seperti di Kelas VIII: View, Freeze, 1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Tambah lembar baru bernama Setoran. Baris judul: Tanggal, Kode, Nama, Kelas, Surat, Ayat. Isi beberapa setoran fiktif: tanggal, kode, surat, dan ayat.
Kolom Nama dan Kelas sengaja dikosongkan, yang ditandai kotak merah. Keduanya akan diisi otomatis dengan VLOOKUP.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Di lembar Setoran, klik sel C2. Ketik: sama dengan VLOOKUP, kurung buka, B2, koma, Santri tanda seru A titik dua D, koma, 2, koma, FALSE, kurung tutup. Tekan Enter, tanda a.
Muncul Ahmad di sel C2, tanda b. VLOOKUP mencari kode S001 di lembar Santri dan mengambil namanya.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D2. Ketik rumus yang sama, tetapi ganti angka kolomnya menjadi 3: sama dengan VLOOKUP, B2, Santri A sampai D, 3, FALSE. Muncul 9A, kelas Ahmad.
Perhatikan, yang berubah hanya angka kolom.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Pilih C2 dan D2, lalu seret fill handle ke bawah. Semua nama dan kelas terisi otomatis berdasarkan kode di setiap baris.
Kita cukup mengetik kode, dan nama serta kelas muncul sendiri. Tidak ada lagi salah ketik "Ahmd".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Agar kode yang diketik selalu benar, kita buat dropdown yang diambil dari lembar Santri.
Pilih B2 sampai B100. Klik Data, Data validation, Add rule. Pada Criteria, pilih Dropdown from a range, lalu isi Santri tanda seru A2 titik dua A100. Klik Done.
Sekarang kolom Kode hanya bisa diisi kode yang memang ada di tabel Santri. Ini disebut menjaga integritas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Ujian kekuatan database relasional. Buka lembar Santri, ubah kelas Ahmad dari 9A menjadi 9B.
Buka lembar Setoran: semua baris setoran Ahmad, tanda a dan b, otomatis ikut berubah menjadi 9B. Satu perubahan di satu tempat, semua ikut benar.
Kembalikan menjadi 9A setelah mencoba.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Kelompok mengumpulkan: lembar Santri dan Setoran, VLOOKUP di seluruh baris, dropdown kode, dan jawaban: apa yang muncul jika kode tidak ada di tabel Santri? Coba ketik kode S099 tanpa dropdown untuk mengetahuinya.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2 lembar berhubungan?
- vLOOKUP menampilkan nama benar?
- dropdown kode dari tabel Santri?
- perubahan nama ikut berubah?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yang terjadi jika kode tidak ditemukan?
Pertanyaan kedua: di mana VLOOKUP berguna di pesantren?
(Minta 2–3 santri menjawab secara bergantian.)
Pesan adab kita hari ini: kejujuran data: satu sumber yang benar lebih baik daripada banyak salinan yang berbeda-beda. Data yang konsisten membuat keputusan yang diambil menjadi adil.
Pekan depan: proyek Rancangan Database Proyek.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ke-21, dengan judul "Rancangan Database Proyek". Hari ini setiap kelompok membangun database untuk aplikasinya sendiri.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VLOOKUP. Siapa yang ingat, apa arti FALSE di akhir rumus VLOOKUP?
(Tunggu jawaban: harus cocok persis.)
Sekarang pertanyaan hari ini. Coba pikirkan sejenak:
"Database seperti apa yang dibutuhkan aplikasi kelompok kalian?"
(Beri waktu 1 menit. Minta 2–3 santri menjawab. Hargai semua jawaban.)
Kalian sudah merancangnya di pertemuan 19. Hari ini kita membangunnya di Google Sheets. Database inilah yang pekan depan disambungkan ke website kalian, sehingga aplikasi bisa menyimpan dan membaca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lembar ringkasan, kita memakai fungsi-fungsi yang sudah dikenal, ditambah satu yang baru.
COUNTIF: berapa kali Ahmad setor.
SUMIF, yang baru: total ayat Ahmad. Cara bacanya: jumlahkan kolom Ayat, tetapi hanya baris yang kodenya S001. Mirip AVERAGEIF di Kelas VIII.
AVERAGEIF: rata-rata ayat Ahmad.
VLOOKUP: mengambil nama dan target dari tabel lain.
Dalam rumus, kode "S001" sebaiknya diganti dengan alamat sel berisi kode, agar rumus bisa disalin ke bawah.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disambungkan ke website, database harus siap. Periksa dengan daftar ini.
Yang HARUS ADA: setiap tabel memiliki primary key yang unik; baris judul jelas dan sederhana, karena nanti dibaca oleh kode; dan dropdown untuk kolom kunci.
Yang TIDAK BOLEH ADA: data pribadi asli seperti nama lengkap, alamat, nomor HP; kode ganda di tabel utama; dan kolom yang menggabungkan dua data, misalnya "Ahmad 9A" dalam satu sel. Pisahkan menjadi dua kolom.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diagram relasi kelompok dari pertemuan 19. Bangun database sesuai rancangan 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Buat Google Sheets proyek kelompok. Setiap tabel di diagram menjadi satu lembar, dengan nama lembar sesuai nama tabel, misalnya Santri, Setoran, Target, dan Ringkasan. Isi baris judul sesuai rancangan.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Isi data latihan di setiap tabel. Pasang dropdown untuk kolom kunci, dan VLOOKUP untuk kolom yang diambil dari tabel lain, seperti latihan pekan lalu.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Jika rancangan kalian memiliki tabel Target, isi: kelas dan target ayat per pekan. Target diambil ke lembar lain dengan VLOOKUP berdasarkan kelas.
Kelompok dengan tema lain menyesuaikan, misalnya tabel Buku untuk perpustakaan atau tabel Ekskul untuk kegiatan.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Di lembar Ringkasan, buat tabel per santri: kolom A kode, kolom B nama dengan VLOOKUP, kolom C jumlah setoran dengan COUNTIF, dan kolom D total ayat dengan SUMIF, tanda a.
Contoh di D2: sama dengan SUMIF, Setoran tanda seru B titik dua B, koma, A2, koma, Setoran tanda seru F titik dua F. Salin ke bawah,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Tambahkan kolom Status dengan fungsi IF dari Kelas VIII: jika total lebih besar sama dengan target, Tercapai; jika tidak, Semangat. Target diambil dengan VLOOKUP dari lembar Target berdasarkan kelas santri.
Gunakan kata yang memotivasi, bukan yang merendahkan.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Periksa database dengan daftar periksa di layar. Lalu setiap kelompok mempresentasikan: tampilkan diagram relasi, lalu database di Sheets. Buktikan kekuatannya: ubah satu data di tabel utama, dan tunjukkan ringkasan ikut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dinyatakan selesai jika: diagram dan database saling sesuai dengan minimal dua tabel berhubungan; primary key, dropdown, dan VLOOKUP berfungsi; ada lembar ringkasan; serta seluruh data fiktif dan sudah dipresentasikan.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tabel sesuai diagram relasi?
- vLOOKUP dan dropdown bekerja?
- ada lembar ringkasan?
- lolos pemeriksaan data fiktif?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bagian database mana yang paling penting bagi aplikasimu?
Pertanyaan kedua: bagaimana database ini membantu pengguna?
(Minta 2–3 santri menjawab secara bergantian.)
Pesan adab kita hari ini: merancang dengan matang sebelum membangun adalah tanda kesungguhan dan menghargai waktu. Bangunan yang kuat dimulai dari pondasi yang kokoh.
Pekan depan: kita masuk Modul 8: Google Sheets sebagai Backend. Alhamdulillah, Modul 7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slideLayout" Target="../slideLayouts/slideLayout1.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slideLayout" Target="../slideLayouts/slideLayout1.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slideLayout" Target="../slideLayouts/slideLayout1.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slideLayout" Target="../slideLayouts/slideLayout1.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3 WUSTHA  ·  SEMESTER 2  ·  MODUL 7</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Database Sederhana</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Rancangan Database Proyek</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memahami database relasional sederhana: memecah data menjadi beberapa tabel yang dihubungkan dengan kode unik, mengambil data dari tabel lain dengan VLOOKUP, dan merancang database untuk aplikasi proyek kelompok.</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19</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Data yang Saling Berhubungan</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20</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Menghubungkan Tabel dengan VLOOKUP</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21</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Rancangan Database Proyek</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Google Sheets, diagrams.net, proposal dan aplikasi proyek kelompok, layanan AI (akun pondok, bergiliran, diawasi guru)</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19</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Data yang Saling Berhubungan</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Tabel, relasi, dan kunci</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7: Database Sederhana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nama santri ditulis ulang di setiap setoran selama setahun, apa masalahnya?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19</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masalah duplikasi data dalam satu tabel besar</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Memecah data menjadi beberapa tabel yang berhubungan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primary key dan foreign key</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Masalah: Satu Tabel Besar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1005840" cy="384048"/>
          </a:xfrm>
          <a:prstGeom prst="rect">
            <a:avLst/>
          </a:prstGeom>
          <a:solidFill>
            <a:srgbClr val="0F4C3A"/>
          </a:solidFill>
          <a:ln w="6350">
            <a:solidFill>
              <a:srgbClr val="BBBBBB"/>
            </a:solidFill>
            <a:prstDash val="solid"/>
          </a:ln>
        </p:spPr>
      </p:sp>
      <p:sp>
        <p:nvSpPr>
          <p:cNvPr id="10" name="Text 6"/>
          <p:cNvSpPr txBox="1"/>
          <p:nvPr/>
        </p:nvSpPr>
        <p:spPr>
          <a:xfrm>
            <a:off x="457200" y="1188720"/>
            <a:ext cx="10058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Tanggal</a:t>
            </a:r>
            <a:endParaRPr lang="en-US" sz="1200" dirty="0"/>
          </a:p>
        </p:txBody>
      </p:sp>
      <p:sp>
        <p:nvSpPr>
          <p:cNvPr id="11" name="Shape 7"/>
          <p:cNvSpPr/>
          <p:nvPr/>
        </p:nvSpPr>
        <p:spPr>
          <a:xfrm>
            <a:off x="1463040" y="1188720"/>
            <a:ext cx="822960" cy="384048"/>
          </a:xfrm>
          <a:prstGeom prst="rect">
            <a:avLst/>
          </a:prstGeom>
          <a:solidFill>
            <a:srgbClr val="0F4C3A"/>
          </a:solidFill>
          <a:ln w="6350">
            <a:solidFill>
              <a:srgbClr val="BBBBBB"/>
            </a:solidFill>
            <a:prstDash val="solid"/>
          </a:ln>
        </p:spPr>
      </p:sp>
      <p:sp>
        <p:nvSpPr>
          <p:cNvPr id="12" name="Text 8"/>
          <p:cNvSpPr txBox="1"/>
          <p:nvPr/>
        </p:nvSpPr>
        <p:spPr>
          <a:xfrm>
            <a:off x="1463040" y="1188720"/>
            <a:ext cx="8229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Kode</a:t>
            </a:r>
            <a:endParaRPr lang="en-US" sz="1200" dirty="0"/>
          </a:p>
        </p:txBody>
      </p:sp>
      <p:sp>
        <p:nvSpPr>
          <p:cNvPr id="13" name="Shape 9"/>
          <p:cNvSpPr/>
          <p:nvPr/>
        </p:nvSpPr>
        <p:spPr>
          <a:xfrm>
            <a:off x="2286000" y="1188720"/>
            <a:ext cx="1097280" cy="384048"/>
          </a:xfrm>
          <a:prstGeom prst="rect">
            <a:avLst/>
          </a:prstGeom>
          <a:solidFill>
            <a:srgbClr val="0F4C3A"/>
          </a:solidFill>
          <a:ln w="6350">
            <a:solidFill>
              <a:srgbClr val="BBBBBB"/>
            </a:solidFill>
            <a:prstDash val="solid"/>
          </a:ln>
        </p:spPr>
      </p:sp>
      <p:sp>
        <p:nvSpPr>
          <p:cNvPr id="14" name="Text 10"/>
          <p:cNvSpPr txBox="1"/>
          <p:nvPr/>
        </p:nvSpPr>
        <p:spPr>
          <a:xfrm>
            <a:off x="2286000" y="1188720"/>
            <a:ext cx="10972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Nama</a:t>
            </a:r>
            <a:endParaRPr lang="en-US" sz="1200" dirty="0"/>
          </a:p>
        </p:txBody>
      </p:sp>
      <p:sp>
        <p:nvSpPr>
          <p:cNvPr id="15" name="Shape 11"/>
          <p:cNvSpPr/>
          <p:nvPr/>
        </p:nvSpPr>
        <p:spPr>
          <a:xfrm>
            <a:off x="3383280" y="1188720"/>
            <a:ext cx="822960" cy="384048"/>
          </a:xfrm>
          <a:prstGeom prst="rect">
            <a:avLst/>
          </a:prstGeom>
          <a:solidFill>
            <a:srgbClr val="0F4C3A"/>
          </a:solidFill>
          <a:ln w="6350">
            <a:solidFill>
              <a:srgbClr val="BBBBBB"/>
            </a:solidFill>
            <a:prstDash val="solid"/>
          </a:ln>
        </p:spPr>
      </p:sp>
      <p:sp>
        <p:nvSpPr>
          <p:cNvPr id="16" name="Text 12"/>
          <p:cNvSpPr txBox="1"/>
          <p:nvPr/>
        </p:nvSpPr>
        <p:spPr>
          <a:xfrm>
            <a:off x="3383280" y="1188720"/>
            <a:ext cx="8229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Kelas</a:t>
            </a:r>
            <a:endParaRPr lang="en-US" sz="1200" dirty="0"/>
          </a:p>
        </p:txBody>
      </p:sp>
      <p:sp>
        <p:nvSpPr>
          <p:cNvPr id="17" name="Shape 13"/>
          <p:cNvSpPr/>
          <p:nvPr/>
        </p:nvSpPr>
        <p:spPr>
          <a:xfrm>
            <a:off x="4206240" y="1188720"/>
            <a:ext cx="1097280" cy="384048"/>
          </a:xfrm>
          <a:prstGeom prst="rect">
            <a:avLst/>
          </a:prstGeom>
          <a:solidFill>
            <a:srgbClr val="0F4C3A"/>
          </a:solidFill>
          <a:ln w="6350">
            <a:solidFill>
              <a:srgbClr val="BBBBBB"/>
            </a:solidFill>
            <a:prstDash val="solid"/>
          </a:ln>
        </p:spPr>
      </p:sp>
      <p:sp>
        <p:nvSpPr>
          <p:cNvPr id="18" name="Text 14"/>
          <p:cNvSpPr txBox="1"/>
          <p:nvPr/>
        </p:nvSpPr>
        <p:spPr>
          <a:xfrm>
            <a:off x="4206240" y="1188720"/>
            <a:ext cx="10972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Halaqah</a:t>
            </a:r>
            <a:endParaRPr lang="en-US" sz="1200" dirty="0"/>
          </a:p>
        </p:txBody>
      </p:sp>
      <p:sp>
        <p:nvSpPr>
          <p:cNvPr id="19" name="Shape 15"/>
          <p:cNvSpPr/>
          <p:nvPr/>
        </p:nvSpPr>
        <p:spPr>
          <a:xfrm>
            <a:off x="5303520" y="1188720"/>
            <a:ext cx="731520" cy="384048"/>
          </a:xfrm>
          <a:prstGeom prst="rect">
            <a:avLst/>
          </a:prstGeom>
          <a:solidFill>
            <a:srgbClr val="0F4C3A"/>
          </a:solidFill>
          <a:ln w="6350">
            <a:solidFill>
              <a:srgbClr val="BBBBBB"/>
            </a:solidFill>
            <a:prstDash val="solid"/>
          </a:ln>
        </p:spPr>
      </p:sp>
      <p:sp>
        <p:nvSpPr>
          <p:cNvPr id="20" name="Text 16"/>
          <p:cNvSpPr txBox="1"/>
          <p:nvPr/>
        </p:nvSpPr>
        <p:spPr>
          <a:xfrm>
            <a:off x="5303520" y="1188720"/>
            <a:ext cx="7315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Ayat</a:t>
            </a:r>
            <a:endParaRPr lang="en-US" sz="1200" dirty="0"/>
          </a:p>
        </p:txBody>
      </p:sp>
      <p:sp>
        <p:nvSpPr>
          <p:cNvPr id="21" name="Shape 17"/>
          <p:cNvSpPr/>
          <p:nvPr/>
        </p:nvSpPr>
        <p:spPr>
          <a:xfrm>
            <a:off x="457200" y="1572768"/>
            <a:ext cx="1005840" cy="384048"/>
          </a:xfrm>
          <a:prstGeom prst="rect">
            <a:avLst/>
          </a:prstGeom>
          <a:solidFill>
            <a:srgbClr val="FFFFFF"/>
          </a:solidFill>
          <a:ln w="6350">
            <a:solidFill>
              <a:srgbClr val="BBBBBB"/>
            </a:solidFill>
            <a:prstDash val="solid"/>
          </a:ln>
        </p:spPr>
      </p:sp>
      <p:sp>
        <p:nvSpPr>
          <p:cNvPr id="22" name="Text 18"/>
          <p:cNvSpPr txBox="1"/>
          <p:nvPr/>
        </p:nvSpPr>
        <p:spPr>
          <a:xfrm>
            <a:off x="457200" y="1572768"/>
            <a:ext cx="100584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03/02</a:t>
            </a:r>
            <a:endParaRPr lang="en-US" sz="1200" dirty="0"/>
          </a:p>
        </p:txBody>
      </p:sp>
      <p:sp>
        <p:nvSpPr>
          <p:cNvPr id="23" name="Shape 19"/>
          <p:cNvSpPr/>
          <p:nvPr/>
        </p:nvSpPr>
        <p:spPr>
          <a:xfrm>
            <a:off x="1463040" y="1572768"/>
            <a:ext cx="822960" cy="384048"/>
          </a:xfrm>
          <a:prstGeom prst="rect">
            <a:avLst/>
          </a:prstGeom>
          <a:solidFill>
            <a:srgbClr val="FFFFFF"/>
          </a:solidFill>
          <a:ln w="6350">
            <a:solidFill>
              <a:srgbClr val="BBBBBB"/>
            </a:solidFill>
            <a:prstDash val="solid"/>
          </a:ln>
        </p:spPr>
      </p:sp>
      <p:sp>
        <p:nvSpPr>
          <p:cNvPr id="24" name="Text 20"/>
          <p:cNvSpPr txBox="1"/>
          <p:nvPr/>
        </p:nvSpPr>
        <p:spPr>
          <a:xfrm>
            <a:off x="1463040" y="1572768"/>
            <a:ext cx="82296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S001</a:t>
            </a:r>
            <a:endParaRPr lang="en-US" sz="1200" dirty="0"/>
          </a:p>
        </p:txBody>
      </p:sp>
      <p:sp>
        <p:nvSpPr>
          <p:cNvPr id="25" name="Shape 21"/>
          <p:cNvSpPr/>
          <p:nvPr/>
        </p:nvSpPr>
        <p:spPr>
          <a:xfrm>
            <a:off x="2286000" y="1572768"/>
            <a:ext cx="1097280" cy="384048"/>
          </a:xfrm>
          <a:prstGeom prst="rect">
            <a:avLst/>
          </a:prstGeom>
          <a:solidFill>
            <a:srgbClr val="FFF3CD"/>
          </a:solidFill>
          <a:ln w="6350">
            <a:solidFill>
              <a:srgbClr val="BBBBBB"/>
            </a:solidFill>
            <a:prstDash val="solid"/>
          </a:ln>
        </p:spPr>
      </p:sp>
      <p:sp>
        <p:nvSpPr>
          <p:cNvPr id="26" name="Text 22"/>
          <p:cNvSpPr txBox="1"/>
          <p:nvPr/>
        </p:nvSpPr>
        <p:spPr>
          <a:xfrm>
            <a:off x="2286000" y="1572768"/>
            <a:ext cx="109728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Ahmad</a:t>
            </a:r>
            <a:endParaRPr lang="en-US" sz="1200" dirty="0"/>
          </a:p>
        </p:txBody>
      </p:sp>
      <p:sp>
        <p:nvSpPr>
          <p:cNvPr id="27" name="Shape 23"/>
          <p:cNvSpPr/>
          <p:nvPr/>
        </p:nvSpPr>
        <p:spPr>
          <a:xfrm>
            <a:off x="3383280" y="1572768"/>
            <a:ext cx="822960" cy="384048"/>
          </a:xfrm>
          <a:prstGeom prst="rect">
            <a:avLst/>
          </a:prstGeom>
          <a:solidFill>
            <a:srgbClr val="FFF3CD"/>
          </a:solidFill>
          <a:ln w="6350">
            <a:solidFill>
              <a:srgbClr val="BBBBBB"/>
            </a:solidFill>
            <a:prstDash val="solid"/>
          </a:ln>
        </p:spPr>
      </p:sp>
      <p:sp>
        <p:nvSpPr>
          <p:cNvPr id="28" name="Text 24"/>
          <p:cNvSpPr txBox="1"/>
          <p:nvPr/>
        </p:nvSpPr>
        <p:spPr>
          <a:xfrm>
            <a:off x="3383280" y="1572768"/>
            <a:ext cx="82296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9A</a:t>
            </a:r>
            <a:endParaRPr lang="en-US" sz="1200" dirty="0"/>
          </a:p>
        </p:txBody>
      </p:sp>
      <p:sp>
        <p:nvSpPr>
          <p:cNvPr id="29" name="Shape 25"/>
          <p:cNvSpPr/>
          <p:nvPr/>
        </p:nvSpPr>
        <p:spPr>
          <a:xfrm>
            <a:off x="4206240" y="1572768"/>
            <a:ext cx="1097280" cy="384048"/>
          </a:xfrm>
          <a:prstGeom prst="rect">
            <a:avLst/>
          </a:prstGeom>
          <a:solidFill>
            <a:srgbClr val="FFF3CD"/>
          </a:solidFill>
          <a:ln w="6350">
            <a:solidFill>
              <a:srgbClr val="BBBBBB"/>
            </a:solidFill>
            <a:prstDash val="solid"/>
          </a:ln>
        </p:spPr>
      </p:sp>
      <p:sp>
        <p:nvSpPr>
          <p:cNvPr id="30" name="Text 26"/>
          <p:cNvSpPr txBox="1"/>
          <p:nvPr/>
        </p:nvSpPr>
        <p:spPr>
          <a:xfrm>
            <a:off x="4206240" y="1572768"/>
            <a:ext cx="109728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Ust. A</a:t>
            </a:r>
            <a:endParaRPr lang="en-US" sz="1200" dirty="0"/>
          </a:p>
        </p:txBody>
      </p:sp>
      <p:sp>
        <p:nvSpPr>
          <p:cNvPr id="31" name="Shape 27"/>
          <p:cNvSpPr/>
          <p:nvPr/>
        </p:nvSpPr>
        <p:spPr>
          <a:xfrm>
            <a:off x="5303520" y="1572768"/>
            <a:ext cx="731520" cy="384048"/>
          </a:xfrm>
          <a:prstGeom prst="rect">
            <a:avLst/>
          </a:prstGeom>
          <a:solidFill>
            <a:srgbClr val="FFFFFF"/>
          </a:solidFill>
          <a:ln w="6350">
            <a:solidFill>
              <a:srgbClr val="BBBBBB"/>
            </a:solidFill>
            <a:prstDash val="solid"/>
          </a:ln>
        </p:spPr>
      </p:sp>
      <p:sp>
        <p:nvSpPr>
          <p:cNvPr id="32" name="Text 28"/>
          <p:cNvSpPr txBox="1"/>
          <p:nvPr/>
        </p:nvSpPr>
        <p:spPr>
          <a:xfrm>
            <a:off x="5303520" y="1572768"/>
            <a:ext cx="73152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20</a:t>
            </a:r>
            <a:endParaRPr lang="en-US" sz="1200" dirty="0"/>
          </a:p>
        </p:txBody>
      </p:sp>
      <p:sp>
        <p:nvSpPr>
          <p:cNvPr id="33" name="Shape 29"/>
          <p:cNvSpPr/>
          <p:nvPr/>
        </p:nvSpPr>
        <p:spPr>
          <a:xfrm>
            <a:off x="457200" y="1956816"/>
            <a:ext cx="1005840" cy="384048"/>
          </a:xfrm>
          <a:prstGeom prst="rect">
            <a:avLst/>
          </a:prstGeom>
          <a:solidFill>
            <a:srgbClr val="FFFFFF"/>
          </a:solidFill>
          <a:ln w="6350">
            <a:solidFill>
              <a:srgbClr val="BBBBBB"/>
            </a:solidFill>
            <a:prstDash val="solid"/>
          </a:ln>
        </p:spPr>
      </p:sp>
      <p:sp>
        <p:nvSpPr>
          <p:cNvPr id="34" name="Text 30"/>
          <p:cNvSpPr txBox="1"/>
          <p:nvPr/>
        </p:nvSpPr>
        <p:spPr>
          <a:xfrm>
            <a:off x="457200" y="1956816"/>
            <a:ext cx="100584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04/02</a:t>
            </a:r>
            <a:endParaRPr lang="en-US" sz="1200" dirty="0"/>
          </a:p>
        </p:txBody>
      </p:sp>
      <p:sp>
        <p:nvSpPr>
          <p:cNvPr id="35" name="Shape 31"/>
          <p:cNvSpPr/>
          <p:nvPr/>
        </p:nvSpPr>
        <p:spPr>
          <a:xfrm>
            <a:off x="1463040" y="1956816"/>
            <a:ext cx="822960" cy="384048"/>
          </a:xfrm>
          <a:prstGeom prst="rect">
            <a:avLst/>
          </a:prstGeom>
          <a:solidFill>
            <a:srgbClr val="FFFFFF"/>
          </a:solidFill>
          <a:ln w="6350">
            <a:solidFill>
              <a:srgbClr val="BBBBBB"/>
            </a:solidFill>
            <a:prstDash val="solid"/>
          </a:ln>
        </p:spPr>
      </p:sp>
      <p:sp>
        <p:nvSpPr>
          <p:cNvPr id="36" name="Text 32"/>
          <p:cNvSpPr txBox="1"/>
          <p:nvPr/>
        </p:nvSpPr>
        <p:spPr>
          <a:xfrm>
            <a:off x="1463040" y="1956816"/>
            <a:ext cx="82296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S001</a:t>
            </a:r>
            <a:endParaRPr lang="en-US" sz="1200" dirty="0"/>
          </a:p>
        </p:txBody>
      </p:sp>
      <p:sp>
        <p:nvSpPr>
          <p:cNvPr id="37" name="Shape 33"/>
          <p:cNvSpPr/>
          <p:nvPr/>
        </p:nvSpPr>
        <p:spPr>
          <a:xfrm>
            <a:off x="2286000" y="1956816"/>
            <a:ext cx="1097280" cy="384048"/>
          </a:xfrm>
          <a:prstGeom prst="rect">
            <a:avLst/>
          </a:prstGeom>
          <a:solidFill>
            <a:srgbClr val="FFF3CD"/>
          </a:solidFill>
          <a:ln w="6350">
            <a:solidFill>
              <a:srgbClr val="BBBBBB"/>
            </a:solidFill>
            <a:prstDash val="solid"/>
          </a:ln>
        </p:spPr>
      </p:sp>
      <p:sp>
        <p:nvSpPr>
          <p:cNvPr id="38" name="Text 34"/>
          <p:cNvSpPr txBox="1"/>
          <p:nvPr/>
        </p:nvSpPr>
        <p:spPr>
          <a:xfrm>
            <a:off x="2286000" y="1956816"/>
            <a:ext cx="109728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Ahmad</a:t>
            </a:r>
            <a:endParaRPr lang="en-US" sz="1200" dirty="0"/>
          </a:p>
        </p:txBody>
      </p:sp>
      <p:sp>
        <p:nvSpPr>
          <p:cNvPr id="39" name="Shape 35"/>
          <p:cNvSpPr/>
          <p:nvPr/>
        </p:nvSpPr>
        <p:spPr>
          <a:xfrm>
            <a:off x="3383280" y="1956816"/>
            <a:ext cx="822960" cy="384048"/>
          </a:xfrm>
          <a:prstGeom prst="rect">
            <a:avLst/>
          </a:prstGeom>
          <a:solidFill>
            <a:srgbClr val="FFF3CD"/>
          </a:solidFill>
          <a:ln w="6350">
            <a:solidFill>
              <a:srgbClr val="BBBBBB"/>
            </a:solidFill>
            <a:prstDash val="solid"/>
          </a:ln>
        </p:spPr>
      </p:sp>
      <p:sp>
        <p:nvSpPr>
          <p:cNvPr id="40" name="Text 36"/>
          <p:cNvSpPr txBox="1"/>
          <p:nvPr/>
        </p:nvSpPr>
        <p:spPr>
          <a:xfrm>
            <a:off x="3383280" y="1956816"/>
            <a:ext cx="82296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9A</a:t>
            </a:r>
            <a:endParaRPr lang="en-US" sz="1200" dirty="0"/>
          </a:p>
        </p:txBody>
      </p:sp>
      <p:sp>
        <p:nvSpPr>
          <p:cNvPr id="41" name="Shape 37"/>
          <p:cNvSpPr/>
          <p:nvPr/>
        </p:nvSpPr>
        <p:spPr>
          <a:xfrm>
            <a:off x="4206240" y="1956816"/>
            <a:ext cx="1097280" cy="384048"/>
          </a:xfrm>
          <a:prstGeom prst="rect">
            <a:avLst/>
          </a:prstGeom>
          <a:solidFill>
            <a:srgbClr val="FFF3CD"/>
          </a:solidFill>
          <a:ln w="6350">
            <a:solidFill>
              <a:srgbClr val="BBBBBB"/>
            </a:solidFill>
            <a:prstDash val="solid"/>
          </a:ln>
        </p:spPr>
      </p:sp>
      <p:sp>
        <p:nvSpPr>
          <p:cNvPr id="42" name="Text 38"/>
          <p:cNvSpPr txBox="1"/>
          <p:nvPr/>
        </p:nvSpPr>
        <p:spPr>
          <a:xfrm>
            <a:off x="4206240" y="1956816"/>
            <a:ext cx="109728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Ust. A</a:t>
            </a:r>
            <a:endParaRPr lang="en-US" sz="1200" dirty="0"/>
          </a:p>
        </p:txBody>
      </p:sp>
      <p:sp>
        <p:nvSpPr>
          <p:cNvPr id="43" name="Shape 39"/>
          <p:cNvSpPr/>
          <p:nvPr/>
        </p:nvSpPr>
        <p:spPr>
          <a:xfrm>
            <a:off x="5303520" y="1956816"/>
            <a:ext cx="731520" cy="384048"/>
          </a:xfrm>
          <a:prstGeom prst="rect">
            <a:avLst/>
          </a:prstGeom>
          <a:solidFill>
            <a:srgbClr val="FFFFFF"/>
          </a:solidFill>
          <a:ln w="6350">
            <a:solidFill>
              <a:srgbClr val="BBBBBB"/>
            </a:solidFill>
            <a:prstDash val="solid"/>
          </a:ln>
        </p:spPr>
      </p:sp>
      <p:sp>
        <p:nvSpPr>
          <p:cNvPr id="44" name="Text 40"/>
          <p:cNvSpPr txBox="1"/>
          <p:nvPr/>
        </p:nvSpPr>
        <p:spPr>
          <a:xfrm>
            <a:off x="5303520" y="1956816"/>
            <a:ext cx="73152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18</a:t>
            </a:r>
            <a:endParaRPr lang="en-US" sz="1200" dirty="0"/>
          </a:p>
        </p:txBody>
      </p:sp>
      <p:sp>
        <p:nvSpPr>
          <p:cNvPr id="45" name="Shape 41"/>
          <p:cNvSpPr/>
          <p:nvPr/>
        </p:nvSpPr>
        <p:spPr>
          <a:xfrm>
            <a:off x="457200" y="2340864"/>
            <a:ext cx="1005840" cy="384048"/>
          </a:xfrm>
          <a:prstGeom prst="rect">
            <a:avLst/>
          </a:prstGeom>
          <a:solidFill>
            <a:srgbClr val="FFFFFF"/>
          </a:solidFill>
          <a:ln w="6350">
            <a:solidFill>
              <a:srgbClr val="BBBBBB"/>
            </a:solidFill>
            <a:prstDash val="solid"/>
          </a:ln>
        </p:spPr>
      </p:sp>
      <p:sp>
        <p:nvSpPr>
          <p:cNvPr id="46" name="Text 42"/>
          <p:cNvSpPr txBox="1"/>
          <p:nvPr/>
        </p:nvSpPr>
        <p:spPr>
          <a:xfrm>
            <a:off x="457200" y="2340864"/>
            <a:ext cx="100584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05/02</a:t>
            </a:r>
            <a:endParaRPr lang="en-US" sz="1200" dirty="0"/>
          </a:p>
        </p:txBody>
      </p:sp>
      <p:sp>
        <p:nvSpPr>
          <p:cNvPr id="47" name="Shape 43"/>
          <p:cNvSpPr/>
          <p:nvPr/>
        </p:nvSpPr>
        <p:spPr>
          <a:xfrm>
            <a:off x="1463040" y="2340864"/>
            <a:ext cx="822960" cy="384048"/>
          </a:xfrm>
          <a:prstGeom prst="rect">
            <a:avLst/>
          </a:prstGeom>
          <a:solidFill>
            <a:srgbClr val="FFFFFF"/>
          </a:solidFill>
          <a:ln w="6350">
            <a:solidFill>
              <a:srgbClr val="BBBBBB"/>
            </a:solidFill>
            <a:prstDash val="solid"/>
          </a:ln>
        </p:spPr>
      </p:sp>
      <p:sp>
        <p:nvSpPr>
          <p:cNvPr id="48" name="Text 44"/>
          <p:cNvSpPr txBox="1"/>
          <p:nvPr/>
        </p:nvSpPr>
        <p:spPr>
          <a:xfrm>
            <a:off x="1463040" y="2340864"/>
            <a:ext cx="82296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S001</a:t>
            </a:r>
            <a:endParaRPr lang="en-US" sz="1200" dirty="0"/>
          </a:p>
        </p:txBody>
      </p:sp>
      <p:sp>
        <p:nvSpPr>
          <p:cNvPr id="49" name="Shape 45"/>
          <p:cNvSpPr/>
          <p:nvPr/>
        </p:nvSpPr>
        <p:spPr>
          <a:xfrm>
            <a:off x="2286000" y="2340864"/>
            <a:ext cx="1097280" cy="384048"/>
          </a:xfrm>
          <a:prstGeom prst="rect">
            <a:avLst/>
          </a:prstGeom>
          <a:solidFill>
            <a:srgbClr val="FFF3CD"/>
          </a:solidFill>
          <a:ln w="6350">
            <a:solidFill>
              <a:srgbClr val="BBBBBB"/>
            </a:solidFill>
            <a:prstDash val="solid"/>
          </a:ln>
        </p:spPr>
      </p:sp>
      <p:sp>
        <p:nvSpPr>
          <p:cNvPr id="50" name="Text 46"/>
          <p:cNvSpPr txBox="1"/>
          <p:nvPr/>
        </p:nvSpPr>
        <p:spPr>
          <a:xfrm>
            <a:off x="2286000" y="2340864"/>
            <a:ext cx="109728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Ahmad</a:t>
            </a:r>
            <a:endParaRPr lang="en-US" sz="1200" dirty="0"/>
          </a:p>
        </p:txBody>
      </p:sp>
      <p:sp>
        <p:nvSpPr>
          <p:cNvPr id="51" name="Shape 47"/>
          <p:cNvSpPr/>
          <p:nvPr/>
        </p:nvSpPr>
        <p:spPr>
          <a:xfrm>
            <a:off x="3383280" y="2340864"/>
            <a:ext cx="822960" cy="384048"/>
          </a:xfrm>
          <a:prstGeom prst="rect">
            <a:avLst/>
          </a:prstGeom>
          <a:solidFill>
            <a:srgbClr val="FFF3CD"/>
          </a:solidFill>
          <a:ln w="6350">
            <a:solidFill>
              <a:srgbClr val="BBBBBB"/>
            </a:solidFill>
            <a:prstDash val="solid"/>
          </a:ln>
        </p:spPr>
      </p:sp>
      <p:sp>
        <p:nvSpPr>
          <p:cNvPr id="52" name="Text 48"/>
          <p:cNvSpPr txBox="1"/>
          <p:nvPr/>
        </p:nvSpPr>
        <p:spPr>
          <a:xfrm>
            <a:off x="3383280" y="2340864"/>
            <a:ext cx="82296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9A</a:t>
            </a:r>
            <a:endParaRPr lang="en-US" sz="1200" dirty="0"/>
          </a:p>
        </p:txBody>
      </p:sp>
      <p:sp>
        <p:nvSpPr>
          <p:cNvPr id="53" name="Shape 49"/>
          <p:cNvSpPr/>
          <p:nvPr/>
        </p:nvSpPr>
        <p:spPr>
          <a:xfrm>
            <a:off x="4206240" y="2340864"/>
            <a:ext cx="1097280" cy="384048"/>
          </a:xfrm>
          <a:prstGeom prst="rect">
            <a:avLst/>
          </a:prstGeom>
          <a:solidFill>
            <a:srgbClr val="FFF3CD"/>
          </a:solidFill>
          <a:ln w="6350">
            <a:solidFill>
              <a:srgbClr val="BBBBBB"/>
            </a:solidFill>
            <a:prstDash val="solid"/>
          </a:ln>
        </p:spPr>
      </p:sp>
      <p:sp>
        <p:nvSpPr>
          <p:cNvPr id="54" name="Text 50"/>
          <p:cNvSpPr txBox="1"/>
          <p:nvPr/>
        </p:nvSpPr>
        <p:spPr>
          <a:xfrm>
            <a:off x="4206240" y="2340864"/>
            <a:ext cx="109728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Ust. A</a:t>
            </a:r>
            <a:endParaRPr lang="en-US" sz="1200" dirty="0"/>
          </a:p>
        </p:txBody>
      </p:sp>
      <p:sp>
        <p:nvSpPr>
          <p:cNvPr id="55" name="Shape 51"/>
          <p:cNvSpPr/>
          <p:nvPr/>
        </p:nvSpPr>
        <p:spPr>
          <a:xfrm>
            <a:off x="5303520" y="2340864"/>
            <a:ext cx="731520" cy="384048"/>
          </a:xfrm>
          <a:prstGeom prst="rect">
            <a:avLst/>
          </a:prstGeom>
          <a:solidFill>
            <a:srgbClr val="FFFFFF"/>
          </a:solidFill>
          <a:ln w="6350">
            <a:solidFill>
              <a:srgbClr val="BBBBBB"/>
            </a:solidFill>
            <a:prstDash val="solid"/>
          </a:ln>
        </p:spPr>
      </p:sp>
      <p:sp>
        <p:nvSpPr>
          <p:cNvPr id="56" name="Text 52"/>
          <p:cNvSpPr txBox="1"/>
          <p:nvPr/>
        </p:nvSpPr>
        <p:spPr>
          <a:xfrm>
            <a:off x="5303520" y="2340864"/>
            <a:ext cx="73152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22</a:t>
            </a:r>
            <a:endParaRPr lang="en-US" sz="1200" dirty="0"/>
          </a:p>
        </p:txBody>
      </p:sp>
      <p:sp>
        <p:nvSpPr>
          <p:cNvPr id="57" name="Shape 53"/>
          <p:cNvSpPr/>
          <p:nvPr/>
        </p:nvSpPr>
        <p:spPr>
          <a:xfrm>
            <a:off x="457200" y="2724912"/>
            <a:ext cx="1005840" cy="384048"/>
          </a:xfrm>
          <a:prstGeom prst="rect">
            <a:avLst/>
          </a:prstGeom>
          <a:solidFill>
            <a:srgbClr val="FFFFFF"/>
          </a:solidFill>
          <a:ln w="6350">
            <a:solidFill>
              <a:srgbClr val="BBBBBB"/>
            </a:solidFill>
            <a:prstDash val="solid"/>
          </a:ln>
        </p:spPr>
      </p:sp>
      <p:sp>
        <p:nvSpPr>
          <p:cNvPr id="58" name="Text 54"/>
          <p:cNvSpPr txBox="1"/>
          <p:nvPr/>
        </p:nvSpPr>
        <p:spPr>
          <a:xfrm>
            <a:off x="457200" y="2724912"/>
            <a:ext cx="100584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06/02</a:t>
            </a:r>
            <a:endParaRPr lang="en-US" sz="1200" dirty="0"/>
          </a:p>
        </p:txBody>
      </p:sp>
      <p:sp>
        <p:nvSpPr>
          <p:cNvPr id="59" name="Shape 55"/>
          <p:cNvSpPr/>
          <p:nvPr/>
        </p:nvSpPr>
        <p:spPr>
          <a:xfrm>
            <a:off x="1463040" y="2724912"/>
            <a:ext cx="822960" cy="384048"/>
          </a:xfrm>
          <a:prstGeom prst="rect">
            <a:avLst/>
          </a:prstGeom>
          <a:solidFill>
            <a:srgbClr val="FFFFFF"/>
          </a:solidFill>
          <a:ln w="6350">
            <a:solidFill>
              <a:srgbClr val="BBBBBB"/>
            </a:solidFill>
            <a:prstDash val="solid"/>
          </a:ln>
        </p:spPr>
      </p:sp>
      <p:sp>
        <p:nvSpPr>
          <p:cNvPr id="60" name="Text 56"/>
          <p:cNvSpPr txBox="1"/>
          <p:nvPr/>
        </p:nvSpPr>
        <p:spPr>
          <a:xfrm>
            <a:off x="1463040" y="2724912"/>
            <a:ext cx="82296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S001</a:t>
            </a:r>
            <a:endParaRPr lang="en-US" sz="1200" dirty="0"/>
          </a:p>
        </p:txBody>
      </p:sp>
      <p:sp>
        <p:nvSpPr>
          <p:cNvPr id="61" name="Shape 57"/>
          <p:cNvSpPr/>
          <p:nvPr/>
        </p:nvSpPr>
        <p:spPr>
          <a:xfrm>
            <a:off x="2286000" y="2724912"/>
            <a:ext cx="1097280" cy="384048"/>
          </a:xfrm>
          <a:prstGeom prst="rect">
            <a:avLst/>
          </a:prstGeom>
          <a:solidFill>
            <a:srgbClr val="FFCDD2"/>
          </a:solidFill>
          <a:ln w="6350">
            <a:solidFill>
              <a:srgbClr val="BBBBBB"/>
            </a:solidFill>
            <a:prstDash val="solid"/>
          </a:ln>
        </p:spPr>
      </p:sp>
      <p:sp>
        <p:nvSpPr>
          <p:cNvPr id="62" name="Text 58"/>
          <p:cNvSpPr txBox="1"/>
          <p:nvPr/>
        </p:nvSpPr>
        <p:spPr>
          <a:xfrm>
            <a:off x="2286000" y="2724912"/>
            <a:ext cx="1097280" cy="384048"/>
          </a:xfrm>
          <a:prstGeom prst="rect">
            <a:avLst/>
          </a:prstGeom>
          <a:noFill/>
          <a:ln/>
        </p:spPr>
        <p:txBody>
          <a:bodyPr wrap="square" lIns="0" tIns="0" rIns="0" bIns="0" rtlCol="0" anchor="ctr"/>
          <a:lstStyle/>
          <a:p>
            <a:pPr algn="ctr" indent="0" marL="0">
              <a:buNone/>
            </a:pPr>
            <a:r>
              <a:rPr lang="en-US" sz="1200" dirty="0">
                <a:solidFill>
                  <a:srgbClr val="E53935"/>
                </a:solidFill>
                <a:latin typeface="Calibri" pitchFamily="34" charset="0"/>
                <a:ea typeface="Calibri" pitchFamily="34" charset="-122"/>
                <a:cs typeface="Calibri" pitchFamily="34" charset="-120"/>
              </a:rPr>
              <a:t>Ahmd</a:t>
            </a:r>
            <a:endParaRPr lang="en-US" sz="1200" dirty="0"/>
          </a:p>
        </p:txBody>
      </p:sp>
      <p:sp>
        <p:nvSpPr>
          <p:cNvPr id="63" name="Shape 59"/>
          <p:cNvSpPr/>
          <p:nvPr/>
        </p:nvSpPr>
        <p:spPr>
          <a:xfrm>
            <a:off x="3383280" y="2724912"/>
            <a:ext cx="822960" cy="384048"/>
          </a:xfrm>
          <a:prstGeom prst="rect">
            <a:avLst/>
          </a:prstGeom>
          <a:solidFill>
            <a:srgbClr val="FFF3CD"/>
          </a:solidFill>
          <a:ln w="6350">
            <a:solidFill>
              <a:srgbClr val="BBBBBB"/>
            </a:solidFill>
            <a:prstDash val="solid"/>
          </a:ln>
        </p:spPr>
      </p:sp>
      <p:sp>
        <p:nvSpPr>
          <p:cNvPr id="64" name="Text 60"/>
          <p:cNvSpPr txBox="1"/>
          <p:nvPr/>
        </p:nvSpPr>
        <p:spPr>
          <a:xfrm>
            <a:off x="3383280" y="2724912"/>
            <a:ext cx="82296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9A</a:t>
            </a:r>
            <a:endParaRPr lang="en-US" sz="1200" dirty="0"/>
          </a:p>
        </p:txBody>
      </p:sp>
      <p:sp>
        <p:nvSpPr>
          <p:cNvPr id="65" name="Shape 61"/>
          <p:cNvSpPr/>
          <p:nvPr/>
        </p:nvSpPr>
        <p:spPr>
          <a:xfrm>
            <a:off x="4206240" y="2724912"/>
            <a:ext cx="1097280" cy="384048"/>
          </a:xfrm>
          <a:prstGeom prst="rect">
            <a:avLst/>
          </a:prstGeom>
          <a:solidFill>
            <a:srgbClr val="FFF3CD"/>
          </a:solidFill>
          <a:ln w="6350">
            <a:solidFill>
              <a:srgbClr val="BBBBBB"/>
            </a:solidFill>
            <a:prstDash val="solid"/>
          </a:ln>
        </p:spPr>
      </p:sp>
      <p:sp>
        <p:nvSpPr>
          <p:cNvPr id="66" name="Text 62"/>
          <p:cNvSpPr txBox="1"/>
          <p:nvPr/>
        </p:nvSpPr>
        <p:spPr>
          <a:xfrm>
            <a:off x="4206240" y="2724912"/>
            <a:ext cx="109728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Ust. A</a:t>
            </a:r>
            <a:endParaRPr lang="en-US" sz="1200" dirty="0"/>
          </a:p>
        </p:txBody>
      </p:sp>
      <p:sp>
        <p:nvSpPr>
          <p:cNvPr id="67" name="Shape 63"/>
          <p:cNvSpPr/>
          <p:nvPr/>
        </p:nvSpPr>
        <p:spPr>
          <a:xfrm>
            <a:off x="5303520" y="2724912"/>
            <a:ext cx="731520" cy="384048"/>
          </a:xfrm>
          <a:prstGeom prst="rect">
            <a:avLst/>
          </a:prstGeom>
          <a:solidFill>
            <a:srgbClr val="FFFFFF"/>
          </a:solidFill>
          <a:ln w="6350">
            <a:solidFill>
              <a:srgbClr val="BBBBBB"/>
            </a:solidFill>
            <a:prstDash val="solid"/>
          </a:ln>
        </p:spPr>
      </p:sp>
      <p:sp>
        <p:nvSpPr>
          <p:cNvPr id="68" name="Text 64"/>
          <p:cNvSpPr txBox="1"/>
          <p:nvPr/>
        </p:nvSpPr>
        <p:spPr>
          <a:xfrm>
            <a:off x="5303520" y="2724912"/>
            <a:ext cx="731520" cy="384048"/>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19</a:t>
            </a:r>
            <a:endParaRPr lang="en-US" sz="1200" dirty="0"/>
          </a:p>
        </p:txBody>
      </p:sp>
      <p:sp>
        <p:nvSpPr>
          <p:cNvPr id="69" name="Shape 65"/>
          <p:cNvSpPr/>
          <p:nvPr/>
        </p:nvSpPr>
        <p:spPr>
          <a:xfrm>
            <a:off x="6400800" y="1188720"/>
            <a:ext cx="2286000" cy="1920240"/>
          </a:xfrm>
          <a:prstGeom prst="roundRect">
            <a:avLst>
              <a:gd name="adj" fmla="val 4762"/>
            </a:avLst>
          </a:prstGeom>
          <a:solidFill>
            <a:srgbClr val="FBF1D3"/>
          </a:solidFill>
          <a:ln w="12700">
            <a:solidFill>
              <a:srgbClr val="FBF1D3"/>
            </a:solidFill>
            <a:prstDash val="solid"/>
          </a:ln>
        </p:spPr>
      </p:sp>
      <p:sp>
        <p:nvSpPr>
          <p:cNvPr id="70" name="Text 66"/>
          <p:cNvSpPr txBox="1"/>
          <p:nvPr/>
        </p:nvSpPr>
        <p:spPr>
          <a:xfrm>
            <a:off x="6537960" y="1234440"/>
            <a:ext cx="2057400" cy="182880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Kuning: data yang sama ditulis berulang (duplikasi).</a:t>
            </a:r>
            <a:endParaRPr lang="en-US" sz="1200" dirty="0"/>
          </a:p>
          <a:p>
            <a:pPr indent="0" marL="0">
              <a:buNone/>
            </a:pPr>
            <a:endParaRPr lang="en-US" sz="1200" dirty="0"/>
          </a:p>
          <a:p>
            <a:pPr indent="0" marL="0">
              <a:buNone/>
            </a:pPr>
            <a:r>
              <a:rPr lang="en-US" sz="1200" dirty="0">
                <a:solidFill>
                  <a:srgbClr val="1E2A26"/>
                </a:solidFill>
                <a:latin typeface="Calibri" pitchFamily="34" charset="0"/>
                <a:ea typeface="Calibri" pitchFamily="34" charset="-122"/>
                <a:cs typeface="Calibri" pitchFamily="34" charset="-120"/>
              </a:rPr>
              <a:t>Merah: salah ketik "Ahmd" → data tidak konsisten.</a:t>
            </a:r>
            <a:endParaRPr lang="en-US" sz="1200" dirty="0"/>
          </a:p>
        </p:txBody>
      </p:sp>
      <p:sp>
        <p:nvSpPr>
          <p:cNvPr id="71" name="Shape 67"/>
          <p:cNvSpPr/>
          <p:nvPr/>
        </p:nvSpPr>
        <p:spPr>
          <a:xfrm>
            <a:off x="457200" y="3337560"/>
            <a:ext cx="8229600" cy="1188720"/>
          </a:xfrm>
          <a:prstGeom prst="roundRect">
            <a:avLst>
              <a:gd name="adj" fmla="val 7692"/>
            </a:avLst>
          </a:prstGeom>
          <a:solidFill>
            <a:srgbClr val="E6F2EC"/>
          </a:solidFill>
          <a:ln w="12700">
            <a:solidFill>
              <a:srgbClr val="E6F2EC"/>
            </a:solidFill>
            <a:prstDash val="solid"/>
          </a:ln>
        </p:spPr>
      </p:sp>
      <p:sp>
        <p:nvSpPr>
          <p:cNvPr id="72" name="Text 68"/>
          <p:cNvSpPr txBox="1"/>
          <p:nvPr/>
        </p:nvSpPr>
        <p:spPr>
          <a:xfrm>
            <a:off x="640080" y="3383280"/>
            <a:ext cx="7863840" cy="10972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Akibatnya: boros tempat, rawan salah ketik, dan jika Ahmad pindah halaqah, ratusan baris harus diubah satu per satu.</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Solusi: Tabel yang Berhubungan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170432"/>
            <a:ext cx="2743200" cy="27432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Tabel SANTRI (data tetap)</a:t>
            </a:r>
            <a:endParaRPr lang="en-US" sz="1200" dirty="0"/>
          </a:p>
        </p:txBody>
      </p:sp>
      <p:sp>
        <p:nvSpPr>
          <p:cNvPr id="10" name="Shape 6"/>
          <p:cNvSpPr/>
          <p:nvPr/>
        </p:nvSpPr>
        <p:spPr>
          <a:xfrm>
            <a:off x="457200" y="1463040"/>
            <a:ext cx="685800" cy="274320"/>
          </a:xfrm>
          <a:prstGeom prst="rect">
            <a:avLst/>
          </a:prstGeom>
          <a:solidFill>
            <a:srgbClr val="0F4C3A"/>
          </a:solidFill>
          <a:ln w="6350">
            <a:solidFill>
              <a:srgbClr val="BBBBBB"/>
            </a:solidFill>
            <a:prstDash val="solid"/>
          </a:ln>
        </p:spPr>
      </p:sp>
      <p:sp>
        <p:nvSpPr>
          <p:cNvPr id="11" name="Text 7"/>
          <p:cNvSpPr txBox="1"/>
          <p:nvPr/>
        </p:nvSpPr>
        <p:spPr>
          <a:xfrm>
            <a:off x="457200" y="1463040"/>
            <a:ext cx="685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Kode</a:t>
            </a:r>
            <a:endParaRPr lang="en-US" sz="1000" dirty="0"/>
          </a:p>
        </p:txBody>
      </p:sp>
      <p:sp>
        <p:nvSpPr>
          <p:cNvPr id="12" name="Shape 8"/>
          <p:cNvSpPr/>
          <p:nvPr/>
        </p:nvSpPr>
        <p:spPr>
          <a:xfrm>
            <a:off x="1143000" y="1463040"/>
            <a:ext cx="777240" cy="274320"/>
          </a:xfrm>
          <a:prstGeom prst="rect">
            <a:avLst/>
          </a:prstGeom>
          <a:solidFill>
            <a:srgbClr val="0F4C3A"/>
          </a:solidFill>
          <a:ln w="6350">
            <a:solidFill>
              <a:srgbClr val="BBBBBB"/>
            </a:solidFill>
            <a:prstDash val="solid"/>
          </a:ln>
        </p:spPr>
      </p:sp>
      <p:sp>
        <p:nvSpPr>
          <p:cNvPr id="13" name="Text 9"/>
          <p:cNvSpPr txBox="1"/>
          <p:nvPr/>
        </p:nvSpPr>
        <p:spPr>
          <a:xfrm>
            <a:off x="1143000" y="1463040"/>
            <a:ext cx="777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Nama</a:t>
            </a:r>
            <a:endParaRPr lang="en-US" sz="1000" dirty="0"/>
          </a:p>
        </p:txBody>
      </p:sp>
      <p:sp>
        <p:nvSpPr>
          <p:cNvPr id="14" name="Shape 10"/>
          <p:cNvSpPr/>
          <p:nvPr/>
        </p:nvSpPr>
        <p:spPr>
          <a:xfrm>
            <a:off x="1920240" y="1463040"/>
            <a:ext cx="548640" cy="274320"/>
          </a:xfrm>
          <a:prstGeom prst="rect">
            <a:avLst/>
          </a:prstGeom>
          <a:solidFill>
            <a:srgbClr val="0F4C3A"/>
          </a:solidFill>
          <a:ln w="6350">
            <a:solidFill>
              <a:srgbClr val="BBBBBB"/>
            </a:solidFill>
            <a:prstDash val="solid"/>
          </a:ln>
        </p:spPr>
      </p:sp>
      <p:sp>
        <p:nvSpPr>
          <p:cNvPr id="15" name="Text 11"/>
          <p:cNvSpPr txBox="1"/>
          <p:nvPr/>
        </p:nvSpPr>
        <p:spPr>
          <a:xfrm>
            <a:off x="1920240" y="1463040"/>
            <a:ext cx="5486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Kelas</a:t>
            </a:r>
            <a:endParaRPr lang="en-US" sz="1000" dirty="0"/>
          </a:p>
        </p:txBody>
      </p:sp>
      <p:sp>
        <p:nvSpPr>
          <p:cNvPr id="16" name="Shape 12"/>
          <p:cNvSpPr/>
          <p:nvPr/>
        </p:nvSpPr>
        <p:spPr>
          <a:xfrm>
            <a:off x="2468880" y="1463040"/>
            <a:ext cx="777240" cy="274320"/>
          </a:xfrm>
          <a:prstGeom prst="rect">
            <a:avLst/>
          </a:prstGeom>
          <a:solidFill>
            <a:srgbClr val="0F4C3A"/>
          </a:solidFill>
          <a:ln w="6350">
            <a:solidFill>
              <a:srgbClr val="BBBBBB"/>
            </a:solidFill>
            <a:prstDash val="solid"/>
          </a:ln>
        </p:spPr>
      </p:sp>
      <p:sp>
        <p:nvSpPr>
          <p:cNvPr id="17" name="Text 13"/>
          <p:cNvSpPr txBox="1"/>
          <p:nvPr/>
        </p:nvSpPr>
        <p:spPr>
          <a:xfrm>
            <a:off x="2468880" y="1463040"/>
            <a:ext cx="777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Halaqah</a:t>
            </a:r>
            <a:endParaRPr lang="en-US" sz="1000" dirty="0"/>
          </a:p>
        </p:txBody>
      </p:sp>
      <p:sp>
        <p:nvSpPr>
          <p:cNvPr id="18" name="Shape 14"/>
          <p:cNvSpPr/>
          <p:nvPr/>
        </p:nvSpPr>
        <p:spPr>
          <a:xfrm>
            <a:off x="457200" y="1737360"/>
            <a:ext cx="685800" cy="274320"/>
          </a:xfrm>
          <a:prstGeom prst="rect">
            <a:avLst/>
          </a:prstGeom>
          <a:solidFill>
            <a:srgbClr val="FFF59D"/>
          </a:solidFill>
          <a:ln w="6350">
            <a:solidFill>
              <a:srgbClr val="BBBBBB"/>
            </a:solidFill>
            <a:prstDash val="solid"/>
          </a:ln>
        </p:spPr>
      </p:sp>
      <p:sp>
        <p:nvSpPr>
          <p:cNvPr id="19" name="Text 15"/>
          <p:cNvSpPr txBox="1"/>
          <p:nvPr/>
        </p:nvSpPr>
        <p:spPr>
          <a:xfrm>
            <a:off x="457200" y="1737360"/>
            <a:ext cx="685800" cy="274320"/>
          </a:xfrm>
          <a:prstGeom prst="rect">
            <a:avLst/>
          </a:prstGeom>
          <a:noFill/>
          <a:ln/>
        </p:spPr>
        <p:txBody>
          <a:bodyPr wrap="square" lIns="0" tIns="0" rIns="0" bIns="0"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S001</a:t>
            </a:r>
            <a:endParaRPr lang="en-US" sz="1000" dirty="0"/>
          </a:p>
        </p:txBody>
      </p:sp>
      <p:sp>
        <p:nvSpPr>
          <p:cNvPr id="20" name="Shape 16"/>
          <p:cNvSpPr/>
          <p:nvPr/>
        </p:nvSpPr>
        <p:spPr>
          <a:xfrm>
            <a:off x="1143000" y="1737360"/>
            <a:ext cx="777240" cy="274320"/>
          </a:xfrm>
          <a:prstGeom prst="rect">
            <a:avLst/>
          </a:prstGeom>
          <a:solidFill>
            <a:srgbClr val="FFFFFF"/>
          </a:solidFill>
          <a:ln w="6350">
            <a:solidFill>
              <a:srgbClr val="BBBBBB"/>
            </a:solidFill>
            <a:prstDash val="solid"/>
          </a:ln>
        </p:spPr>
      </p:sp>
      <p:sp>
        <p:nvSpPr>
          <p:cNvPr id="21" name="Text 17"/>
          <p:cNvSpPr txBox="1"/>
          <p:nvPr/>
        </p:nvSpPr>
        <p:spPr>
          <a:xfrm>
            <a:off x="1143000" y="1737360"/>
            <a:ext cx="7772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Ahmad</a:t>
            </a:r>
            <a:endParaRPr lang="en-US" sz="1000" dirty="0"/>
          </a:p>
        </p:txBody>
      </p:sp>
      <p:sp>
        <p:nvSpPr>
          <p:cNvPr id="22" name="Shape 18"/>
          <p:cNvSpPr/>
          <p:nvPr/>
        </p:nvSpPr>
        <p:spPr>
          <a:xfrm>
            <a:off x="1920240" y="1737360"/>
            <a:ext cx="548640" cy="274320"/>
          </a:xfrm>
          <a:prstGeom prst="rect">
            <a:avLst/>
          </a:prstGeom>
          <a:solidFill>
            <a:srgbClr val="FFFFFF"/>
          </a:solidFill>
          <a:ln w="6350">
            <a:solidFill>
              <a:srgbClr val="BBBBBB"/>
            </a:solidFill>
            <a:prstDash val="solid"/>
          </a:ln>
        </p:spPr>
      </p:sp>
      <p:sp>
        <p:nvSpPr>
          <p:cNvPr id="23" name="Text 19"/>
          <p:cNvSpPr txBox="1"/>
          <p:nvPr/>
        </p:nvSpPr>
        <p:spPr>
          <a:xfrm>
            <a:off x="1920240" y="1737360"/>
            <a:ext cx="5486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9A</a:t>
            </a:r>
            <a:endParaRPr lang="en-US" sz="1000" dirty="0"/>
          </a:p>
        </p:txBody>
      </p:sp>
      <p:sp>
        <p:nvSpPr>
          <p:cNvPr id="24" name="Shape 20"/>
          <p:cNvSpPr/>
          <p:nvPr/>
        </p:nvSpPr>
        <p:spPr>
          <a:xfrm>
            <a:off x="2468880" y="1737360"/>
            <a:ext cx="777240" cy="274320"/>
          </a:xfrm>
          <a:prstGeom prst="rect">
            <a:avLst/>
          </a:prstGeom>
          <a:solidFill>
            <a:srgbClr val="FFFFFF"/>
          </a:solidFill>
          <a:ln w="6350">
            <a:solidFill>
              <a:srgbClr val="BBBBBB"/>
            </a:solidFill>
            <a:prstDash val="solid"/>
          </a:ln>
        </p:spPr>
      </p:sp>
      <p:sp>
        <p:nvSpPr>
          <p:cNvPr id="25" name="Text 21"/>
          <p:cNvSpPr txBox="1"/>
          <p:nvPr/>
        </p:nvSpPr>
        <p:spPr>
          <a:xfrm>
            <a:off x="2468880" y="1737360"/>
            <a:ext cx="7772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Ust. A</a:t>
            </a:r>
            <a:endParaRPr lang="en-US" sz="1000" dirty="0"/>
          </a:p>
        </p:txBody>
      </p:sp>
      <p:sp>
        <p:nvSpPr>
          <p:cNvPr id="26" name="Shape 22"/>
          <p:cNvSpPr/>
          <p:nvPr/>
        </p:nvSpPr>
        <p:spPr>
          <a:xfrm>
            <a:off x="457200" y="2011680"/>
            <a:ext cx="685800" cy="274320"/>
          </a:xfrm>
          <a:prstGeom prst="rect">
            <a:avLst/>
          </a:prstGeom>
          <a:solidFill>
            <a:srgbClr val="FFF59D"/>
          </a:solidFill>
          <a:ln w="6350">
            <a:solidFill>
              <a:srgbClr val="BBBBBB"/>
            </a:solidFill>
            <a:prstDash val="solid"/>
          </a:ln>
        </p:spPr>
      </p:sp>
      <p:sp>
        <p:nvSpPr>
          <p:cNvPr id="27" name="Text 23"/>
          <p:cNvSpPr txBox="1"/>
          <p:nvPr/>
        </p:nvSpPr>
        <p:spPr>
          <a:xfrm>
            <a:off x="457200" y="2011680"/>
            <a:ext cx="685800" cy="274320"/>
          </a:xfrm>
          <a:prstGeom prst="rect">
            <a:avLst/>
          </a:prstGeom>
          <a:noFill/>
          <a:ln/>
        </p:spPr>
        <p:txBody>
          <a:bodyPr wrap="square" lIns="0" tIns="0" rIns="0" bIns="0"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S002</a:t>
            </a:r>
            <a:endParaRPr lang="en-US" sz="1000" dirty="0"/>
          </a:p>
        </p:txBody>
      </p:sp>
      <p:sp>
        <p:nvSpPr>
          <p:cNvPr id="28" name="Shape 24"/>
          <p:cNvSpPr/>
          <p:nvPr/>
        </p:nvSpPr>
        <p:spPr>
          <a:xfrm>
            <a:off x="1143000" y="2011680"/>
            <a:ext cx="777240" cy="274320"/>
          </a:xfrm>
          <a:prstGeom prst="rect">
            <a:avLst/>
          </a:prstGeom>
          <a:solidFill>
            <a:srgbClr val="FFFFFF"/>
          </a:solidFill>
          <a:ln w="6350">
            <a:solidFill>
              <a:srgbClr val="BBBBBB"/>
            </a:solidFill>
            <a:prstDash val="solid"/>
          </a:ln>
        </p:spPr>
      </p:sp>
      <p:sp>
        <p:nvSpPr>
          <p:cNvPr id="29" name="Text 25"/>
          <p:cNvSpPr txBox="1"/>
          <p:nvPr/>
        </p:nvSpPr>
        <p:spPr>
          <a:xfrm>
            <a:off x="1143000" y="2011680"/>
            <a:ext cx="7772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Bilal</a:t>
            </a:r>
            <a:endParaRPr lang="en-US" sz="1000" dirty="0"/>
          </a:p>
        </p:txBody>
      </p:sp>
      <p:sp>
        <p:nvSpPr>
          <p:cNvPr id="30" name="Shape 26"/>
          <p:cNvSpPr/>
          <p:nvPr/>
        </p:nvSpPr>
        <p:spPr>
          <a:xfrm>
            <a:off x="1920240" y="2011680"/>
            <a:ext cx="548640" cy="274320"/>
          </a:xfrm>
          <a:prstGeom prst="rect">
            <a:avLst/>
          </a:prstGeom>
          <a:solidFill>
            <a:srgbClr val="FFFFFF"/>
          </a:solidFill>
          <a:ln w="6350">
            <a:solidFill>
              <a:srgbClr val="BBBBBB"/>
            </a:solidFill>
            <a:prstDash val="solid"/>
          </a:ln>
        </p:spPr>
      </p:sp>
      <p:sp>
        <p:nvSpPr>
          <p:cNvPr id="31" name="Text 27"/>
          <p:cNvSpPr txBox="1"/>
          <p:nvPr/>
        </p:nvSpPr>
        <p:spPr>
          <a:xfrm>
            <a:off x="1920240" y="2011680"/>
            <a:ext cx="5486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9A</a:t>
            </a:r>
            <a:endParaRPr lang="en-US" sz="1000" dirty="0"/>
          </a:p>
        </p:txBody>
      </p:sp>
      <p:sp>
        <p:nvSpPr>
          <p:cNvPr id="32" name="Shape 28"/>
          <p:cNvSpPr/>
          <p:nvPr/>
        </p:nvSpPr>
        <p:spPr>
          <a:xfrm>
            <a:off x="2468880" y="2011680"/>
            <a:ext cx="777240" cy="274320"/>
          </a:xfrm>
          <a:prstGeom prst="rect">
            <a:avLst/>
          </a:prstGeom>
          <a:solidFill>
            <a:srgbClr val="FFFFFF"/>
          </a:solidFill>
          <a:ln w="6350">
            <a:solidFill>
              <a:srgbClr val="BBBBBB"/>
            </a:solidFill>
            <a:prstDash val="solid"/>
          </a:ln>
        </p:spPr>
      </p:sp>
      <p:sp>
        <p:nvSpPr>
          <p:cNvPr id="33" name="Text 29"/>
          <p:cNvSpPr txBox="1"/>
          <p:nvPr/>
        </p:nvSpPr>
        <p:spPr>
          <a:xfrm>
            <a:off x="2468880" y="2011680"/>
            <a:ext cx="7772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Ust. A</a:t>
            </a:r>
            <a:endParaRPr lang="en-US" sz="1000" dirty="0"/>
          </a:p>
        </p:txBody>
      </p:sp>
      <p:sp>
        <p:nvSpPr>
          <p:cNvPr id="34" name="Shape 30"/>
          <p:cNvSpPr/>
          <p:nvPr/>
        </p:nvSpPr>
        <p:spPr>
          <a:xfrm>
            <a:off x="457200" y="2286000"/>
            <a:ext cx="685800" cy="274320"/>
          </a:xfrm>
          <a:prstGeom prst="rect">
            <a:avLst/>
          </a:prstGeom>
          <a:solidFill>
            <a:srgbClr val="FFF59D"/>
          </a:solidFill>
          <a:ln w="6350">
            <a:solidFill>
              <a:srgbClr val="BBBBBB"/>
            </a:solidFill>
            <a:prstDash val="solid"/>
          </a:ln>
        </p:spPr>
      </p:sp>
      <p:sp>
        <p:nvSpPr>
          <p:cNvPr id="35" name="Text 31"/>
          <p:cNvSpPr txBox="1"/>
          <p:nvPr/>
        </p:nvSpPr>
        <p:spPr>
          <a:xfrm>
            <a:off x="457200" y="2286000"/>
            <a:ext cx="685800" cy="274320"/>
          </a:xfrm>
          <a:prstGeom prst="rect">
            <a:avLst/>
          </a:prstGeom>
          <a:noFill/>
          <a:ln/>
        </p:spPr>
        <p:txBody>
          <a:bodyPr wrap="square" lIns="0" tIns="0" rIns="0" bIns="0"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S003</a:t>
            </a:r>
            <a:endParaRPr lang="en-US" sz="1000" dirty="0"/>
          </a:p>
        </p:txBody>
      </p:sp>
      <p:sp>
        <p:nvSpPr>
          <p:cNvPr id="36" name="Shape 32"/>
          <p:cNvSpPr/>
          <p:nvPr/>
        </p:nvSpPr>
        <p:spPr>
          <a:xfrm>
            <a:off x="1143000" y="2286000"/>
            <a:ext cx="777240" cy="274320"/>
          </a:xfrm>
          <a:prstGeom prst="rect">
            <a:avLst/>
          </a:prstGeom>
          <a:solidFill>
            <a:srgbClr val="FFFFFF"/>
          </a:solidFill>
          <a:ln w="6350">
            <a:solidFill>
              <a:srgbClr val="BBBBBB"/>
            </a:solidFill>
            <a:prstDash val="solid"/>
          </a:ln>
        </p:spPr>
      </p:sp>
      <p:sp>
        <p:nvSpPr>
          <p:cNvPr id="37" name="Text 33"/>
          <p:cNvSpPr txBox="1"/>
          <p:nvPr/>
        </p:nvSpPr>
        <p:spPr>
          <a:xfrm>
            <a:off x="1143000" y="2286000"/>
            <a:ext cx="7772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Fauzan</a:t>
            </a:r>
            <a:endParaRPr lang="en-US" sz="1000" dirty="0"/>
          </a:p>
        </p:txBody>
      </p:sp>
      <p:sp>
        <p:nvSpPr>
          <p:cNvPr id="38" name="Shape 34"/>
          <p:cNvSpPr/>
          <p:nvPr/>
        </p:nvSpPr>
        <p:spPr>
          <a:xfrm>
            <a:off x="1920240" y="2286000"/>
            <a:ext cx="548640" cy="274320"/>
          </a:xfrm>
          <a:prstGeom prst="rect">
            <a:avLst/>
          </a:prstGeom>
          <a:solidFill>
            <a:srgbClr val="FFFFFF"/>
          </a:solidFill>
          <a:ln w="6350">
            <a:solidFill>
              <a:srgbClr val="BBBBBB"/>
            </a:solidFill>
            <a:prstDash val="solid"/>
          </a:ln>
        </p:spPr>
      </p:sp>
      <p:sp>
        <p:nvSpPr>
          <p:cNvPr id="39" name="Text 35"/>
          <p:cNvSpPr txBox="1"/>
          <p:nvPr/>
        </p:nvSpPr>
        <p:spPr>
          <a:xfrm>
            <a:off x="1920240" y="2286000"/>
            <a:ext cx="5486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9B</a:t>
            </a:r>
            <a:endParaRPr lang="en-US" sz="1000" dirty="0"/>
          </a:p>
        </p:txBody>
      </p:sp>
      <p:sp>
        <p:nvSpPr>
          <p:cNvPr id="40" name="Shape 36"/>
          <p:cNvSpPr/>
          <p:nvPr/>
        </p:nvSpPr>
        <p:spPr>
          <a:xfrm>
            <a:off x="2468880" y="2286000"/>
            <a:ext cx="777240" cy="274320"/>
          </a:xfrm>
          <a:prstGeom prst="rect">
            <a:avLst/>
          </a:prstGeom>
          <a:solidFill>
            <a:srgbClr val="FFFFFF"/>
          </a:solidFill>
          <a:ln w="6350">
            <a:solidFill>
              <a:srgbClr val="BBBBBB"/>
            </a:solidFill>
            <a:prstDash val="solid"/>
          </a:ln>
        </p:spPr>
      </p:sp>
      <p:sp>
        <p:nvSpPr>
          <p:cNvPr id="41" name="Text 37"/>
          <p:cNvSpPr txBox="1"/>
          <p:nvPr/>
        </p:nvSpPr>
        <p:spPr>
          <a:xfrm>
            <a:off x="2468880" y="2286000"/>
            <a:ext cx="7772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Ust. B</a:t>
            </a:r>
            <a:endParaRPr lang="en-US" sz="1000" dirty="0"/>
          </a:p>
        </p:txBody>
      </p:sp>
      <p:sp>
        <p:nvSpPr>
          <p:cNvPr id="42" name="Shape 38"/>
          <p:cNvSpPr/>
          <p:nvPr/>
        </p:nvSpPr>
        <p:spPr>
          <a:xfrm>
            <a:off x="457200" y="2560320"/>
            <a:ext cx="685800" cy="274320"/>
          </a:xfrm>
          <a:prstGeom prst="rect">
            <a:avLst/>
          </a:prstGeom>
          <a:solidFill>
            <a:srgbClr val="FFF59D"/>
          </a:solidFill>
          <a:ln w="6350">
            <a:solidFill>
              <a:srgbClr val="BBBBBB"/>
            </a:solidFill>
            <a:prstDash val="solid"/>
          </a:ln>
        </p:spPr>
      </p:sp>
      <p:sp>
        <p:nvSpPr>
          <p:cNvPr id="43" name="Text 39"/>
          <p:cNvSpPr txBox="1"/>
          <p:nvPr/>
        </p:nvSpPr>
        <p:spPr>
          <a:xfrm>
            <a:off x="457200" y="2560320"/>
            <a:ext cx="685800" cy="274320"/>
          </a:xfrm>
          <a:prstGeom prst="rect">
            <a:avLst/>
          </a:prstGeom>
          <a:noFill/>
          <a:ln/>
        </p:spPr>
        <p:txBody>
          <a:bodyPr wrap="square" lIns="0" tIns="0" rIns="0" bIns="0"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S004</a:t>
            </a:r>
            <a:endParaRPr lang="en-US" sz="1000" dirty="0"/>
          </a:p>
        </p:txBody>
      </p:sp>
      <p:sp>
        <p:nvSpPr>
          <p:cNvPr id="44" name="Shape 40"/>
          <p:cNvSpPr/>
          <p:nvPr/>
        </p:nvSpPr>
        <p:spPr>
          <a:xfrm>
            <a:off x="1143000" y="2560320"/>
            <a:ext cx="777240" cy="274320"/>
          </a:xfrm>
          <a:prstGeom prst="rect">
            <a:avLst/>
          </a:prstGeom>
          <a:solidFill>
            <a:srgbClr val="FFFFFF"/>
          </a:solidFill>
          <a:ln w="6350">
            <a:solidFill>
              <a:srgbClr val="BBBBBB"/>
            </a:solidFill>
            <a:prstDash val="solid"/>
          </a:ln>
        </p:spPr>
      </p:sp>
      <p:sp>
        <p:nvSpPr>
          <p:cNvPr id="45" name="Text 41"/>
          <p:cNvSpPr txBox="1"/>
          <p:nvPr/>
        </p:nvSpPr>
        <p:spPr>
          <a:xfrm>
            <a:off x="1143000" y="2560320"/>
            <a:ext cx="7772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Hasan</a:t>
            </a:r>
            <a:endParaRPr lang="en-US" sz="1000" dirty="0"/>
          </a:p>
        </p:txBody>
      </p:sp>
      <p:sp>
        <p:nvSpPr>
          <p:cNvPr id="46" name="Shape 42"/>
          <p:cNvSpPr/>
          <p:nvPr/>
        </p:nvSpPr>
        <p:spPr>
          <a:xfrm>
            <a:off x="1920240" y="2560320"/>
            <a:ext cx="548640" cy="274320"/>
          </a:xfrm>
          <a:prstGeom prst="rect">
            <a:avLst/>
          </a:prstGeom>
          <a:solidFill>
            <a:srgbClr val="FFFFFF"/>
          </a:solidFill>
          <a:ln w="6350">
            <a:solidFill>
              <a:srgbClr val="BBBBBB"/>
            </a:solidFill>
            <a:prstDash val="solid"/>
          </a:ln>
        </p:spPr>
      </p:sp>
      <p:sp>
        <p:nvSpPr>
          <p:cNvPr id="47" name="Text 43"/>
          <p:cNvSpPr txBox="1"/>
          <p:nvPr/>
        </p:nvSpPr>
        <p:spPr>
          <a:xfrm>
            <a:off x="1920240" y="2560320"/>
            <a:ext cx="5486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9B</a:t>
            </a:r>
            <a:endParaRPr lang="en-US" sz="1000" dirty="0"/>
          </a:p>
        </p:txBody>
      </p:sp>
      <p:sp>
        <p:nvSpPr>
          <p:cNvPr id="48" name="Shape 44"/>
          <p:cNvSpPr/>
          <p:nvPr/>
        </p:nvSpPr>
        <p:spPr>
          <a:xfrm>
            <a:off x="2468880" y="2560320"/>
            <a:ext cx="777240" cy="274320"/>
          </a:xfrm>
          <a:prstGeom prst="rect">
            <a:avLst/>
          </a:prstGeom>
          <a:solidFill>
            <a:srgbClr val="FFFFFF"/>
          </a:solidFill>
          <a:ln w="6350">
            <a:solidFill>
              <a:srgbClr val="BBBBBB"/>
            </a:solidFill>
            <a:prstDash val="solid"/>
          </a:ln>
        </p:spPr>
      </p:sp>
      <p:sp>
        <p:nvSpPr>
          <p:cNvPr id="49" name="Text 45"/>
          <p:cNvSpPr txBox="1"/>
          <p:nvPr/>
        </p:nvSpPr>
        <p:spPr>
          <a:xfrm>
            <a:off x="2468880" y="2560320"/>
            <a:ext cx="7772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Ust. B</a:t>
            </a:r>
            <a:endParaRPr lang="en-US" sz="1000" dirty="0"/>
          </a:p>
        </p:txBody>
      </p:sp>
      <p:sp>
        <p:nvSpPr>
          <p:cNvPr id="50" name="Text 46"/>
          <p:cNvSpPr txBox="1"/>
          <p:nvPr/>
        </p:nvSpPr>
        <p:spPr>
          <a:xfrm>
            <a:off x="4389120" y="1170432"/>
            <a:ext cx="2743200" cy="274320"/>
          </a:xfrm>
          <a:prstGeom prst="rect">
            <a:avLst/>
          </a:prstGeom>
          <a:noFill/>
          <a:ln/>
        </p:spPr>
        <p:txBody>
          <a:bodyPr wrap="square" lIns="0" tIns="0" rIns="0" bIns="0" rtlCol="0" anchor="t"/>
          <a:lstStyle/>
          <a:p>
            <a:pPr indent="0" marL="0">
              <a:buNone/>
            </a:pPr>
            <a:r>
              <a:rPr lang="en-US" sz="1200" b="1" dirty="0">
                <a:solidFill>
                  <a:srgbClr val="0078D4"/>
                </a:solidFill>
                <a:latin typeface="Calibri" pitchFamily="34" charset="0"/>
                <a:ea typeface="Calibri" pitchFamily="34" charset="-122"/>
                <a:cs typeface="Calibri" pitchFamily="34" charset="-120"/>
              </a:rPr>
              <a:t>Tabel SETORAN (data harian)</a:t>
            </a:r>
            <a:endParaRPr lang="en-US" sz="1200" dirty="0"/>
          </a:p>
        </p:txBody>
      </p:sp>
      <p:sp>
        <p:nvSpPr>
          <p:cNvPr id="51" name="Shape 47"/>
          <p:cNvSpPr/>
          <p:nvPr/>
        </p:nvSpPr>
        <p:spPr>
          <a:xfrm>
            <a:off x="4389120" y="1463040"/>
            <a:ext cx="731520" cy="274320"/>
          </a:xfrm>
          <a:prstGeom prst="rect">
            <a:avLst/>
          </a:prstGeom>
          <a:solidFill>
            <a:srgbClr val="0078D4"/>
          </a:solidFill>
          <a:ln w="6350">
            <a:solidFill>
              <a:srgbClr val="BBBBBB"/>
            </a:solidFill>
            <a:prstDash val="solid"/>
          </a:ln>
        </p:spPr>
      </p:sp>
      <p:sp>
        <p:nvSpPr>
          <p:cNvPr id="52" name="Text 48"/>
          <p:cNvSpPr txBox="1"/>
          <p:nvPr/>
        </p:nvSpPr>
        <p:spPr>
          <a:xfrm>
            <a:off x="4389120" y="1463040"/>
            <a:ext cx="7315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Tanggal</a:t>
            </a:r>
            <a:endParaRPr lang="en-US" sz="1000" dirty="0"/>
          </a:p>
        </p:txBody>
      </p:sp>
      <p:sp>
        <p:nvSpPr>
          <p:cNvPr id="53" name="Shape 49"/>
          <p:cNvSpPr/>
          <p:nvPr/>
        </p:nvSpPr>
        <p:spPr>
          <a:xfrm>
            <a:off x="5120640" y="1463040"/>
            <a:ext cx="685800" cy="274320"/>
          </a:xfrm>
          <a:prstGeom prst="rect">
            <a:avLst/>
          </a:prstGeom>
          <a:solidFill>
            <a:srgbClr val="0078D4"/>
          </a:solidFill>
          <a:ln w="6350">
            <a:solidFill>
              <a:srgbClr val="BBBBBB"/>
            </a:solidFill>
            <a:prstDash val="solid"/>
          </a:ln>
        </p:spPr>
      </p:sp>
      <p:sp>
        <p:nvSpPr>
          <p:cNvPr id="54" name="Text 50"/>
          <p:cNvSpPr txBox="1"/>
          <p:nvPr/>
        </p:nvSpPr>
        <p:spPr>
          <a:xfrm>
            <a:off x="5120640" y="1463040"/>
            <a:ext cx="685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Kode</a:t>
            </a:r>
            <a:endParaRPr lang="en-US" sz="1000" dirty="0"/>
          </a:p>
        </p:txBody>
      </p:sp>
      <p:sp>
        <p:nvSpPr>
          <p:cNvPr id="55" name="Shape 51"/>
          <p:cNvSpPr/>
          <p:nvPr/>
        </p:nvSpPr>
        <p:spPr>
          <a:xfrm>
            <a:off x="5806440" y="1463040"/>
            <a:ext cx="960120" cy="274320"/>
          </a:xfrm>
          <a:prstGeom prst="rect">
            <a:avLst/>
          </a:prstGeom>
          <a:solidFill>
            <a:srgbClr val="0078D4"/>
          </a:solidFill>
          <a:ln w="6350">
            <a:solidFill>
              <a:srgbClr val="BBBBBB"/>
            </a:solidFill>
            <a:prstDash val="solid"/>
          </a:ln>
        </p:spPr>
      </p:sp>
      <p:sp>
        <p:nvSpPr>
          <p:cNvPr id="56" name="Text 52"/>
          <p:cNvSpPr txBox="1"/>
          <p:nvPr/>
        </p:nvSpPr>
        <p:spPr>
          <a:xfrm>
            <a:off x="5806440" y="1463040"/>
            <a:ext cx="9601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Surat</a:t>
            </a:r>
            <a:endParaRPr lang="en-US" sz="1000" dirty="0"/>
          </a:p>
        </p:txBody>
      </p:sp>
      <p:sp>
        <p:nvSpPr>
          <p:cNvPr id="57" name="Shape 53"/>
          <p:cNvSpPr/>
          <p:nvPr/>
        </p:nvSpPr>
        <p:spPr>
          <a:xfrm>
            <a:off x="6766560" y="1463040"/>
            <a:ext cx="548640" cy="274320"/>
          </a:xfrm>
          <a:prstGeom prst="rect">
            <a:avLst/>
          </a:prstGeom>
          <a:solidFill>
            <a:srgbClr val="0078D4"/>
          </a:solidFill>
          <a:ln w="6350">
            <a:solidFill>
              <a:srgbClr val="BBBBBB"/>
            </a:solidFill>
            <a:prstDash val="solid"/>
          </a:ln>
        </p:spPr>
      </p:sp>
      <p:sp>
        <p:nvSpPr>
          <p:cNvPr id="58" name="Text 54"/>
          <p:cNvSpPr txBox="1"/>
          <p:nvPr/>
        </p:nvSpPr>
        <p:spPr>
          <a:xfrm>
            <a:off x="6766560" y="1463040"/>
            <a:ext cx="5486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Ayat</a:t>
            </a:r>
            <a:endParaRPr lang="en-US" sz="1000" dirty="0"/>
          </a:p>
        </p:txBody>
      </p:sp>
      <p:sp>
        <p:nvSpPr>
          <p:cNvPr id="59" name="Shape 55"/>
          <p:cNvSpPr/>
          <p:nvPr/>
        </p:nvSpPr>
        <p:spPr>
          <a:xfrm>
            <a:off x="4389120" y="1737360"/>
            <a:ext cx="731520" cy="274320"/>
          </a:xfrm>
          <a:prstGeom prst="rect">
            <a:avLst/>
          </a:prstGeom>
          <a:solidFill>
            <a:srgbClr val="FFFFFF"/>
          </a:solidFill>
          <a:ln w="6350">
            <a:solidFill>
              <a:srgbClr val="BBBBBB"/>
            </a:solidFill>
            <a:prstDash val="solid"/>
          </a:ln>
        </p:spPr>
      </p:sp>
      <p:sp>
        <p:nvSpPr>
          <p:cNvPr id="60" name="Text 56"/>
          <p:cNvSpPr txBox="1"/>
          <p:nvPr/>
        </p:nvSpPr>
        <p:spPr>
          <a:xfrm>
            <a:off x="4389120" y="1737360"/>
            <a:ext cx="73152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03/02</a:t>
            </a:r>
            <a:endParaRPr lang="en-US" sz="1000" dirty="0"/>
          </a:p>
        </p:txBody>
      </p:sp>
      <p:sp>
        <p:nvSpPr>
          <p:cNvPr id="61" name="Shape 57"/>
          <p:cNvSpPr/>
          <p:nvPr/>
        </p:nvSpPr>
        <p:spPr>
          <a:xfrm>
            <a:off x="5120640" y="1737360"/>
            <a:ext cx="685800" cy="274320"/>
          </a:xfrm>
          <a:prstGeom prst="rect">
            <a:avLst/>
          </a:prstGeom>
          <a:solidFill>
            <a:srgbClr val="FFF59D"/>
          </a:solidFill>
          <a:ln w="6350">
            <a:solidFill>
              <a:srgbClr val="BBBBBB"/>
            </a:solidFill>
            <a:prstDash val="solid"/>
          </a:ln>
        </p:spPr>
      </p:sp>
      <p:sp>
        <p:nvSpPr>
          <p:cNvPr id="62" name="Text 58"/>
          <p:cNvSpPr txBox="1"/>
          <p:nvPr/>
        </p:nvSpPr>
        <p:spPr>
          <a:xfrm>
            <a:off x="5120640" y="1737360"/>
            <a:ext cx="685800" cy="274320"/>
          </a:xfrm>
          <a:prstGeom prst="rect">
            <a:avLst/>
          </a:prstGeom>
          <a:noFill/>
          <a:ln/>
        </p:spPr>
        <p:txBody>
          <a:bodyPr wrap="square" lIns="0" tIns="0" rIns="0" bIns="0"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S001</a:t>
            </a:r>
            <a:endParaRPr lang="en-US" sz="1000" dirty="0"/>
          </a:p>
        </p:txBody>
      </p:sp>
      <p:sp>
        <p:nvSpPr>
          <p:cNvPr id="63" name="Shape 59"/>
          <p:cNvSpPr/>
          <p:nvPr/>
        </p:nvSpPr>
        <p:spPr>
          <a:xfrm>
            <a:off x="5806440" y="1737360"/>
            <a:ext cx="960120" cy="274320"/>
          </a:xfrm>
          <a:prstGeom prst="rect">
            <a:avLst/>
          </a:prstGeom>
          <a:solidFill>
            <a:srgbClr val="FFFFFF"/>
          </a:solidFill>
          <a:ln w="6350">
            <a:solidFill>
              <a:srgbClr val="BBBBBB"/>
            </a:solidFill>
            <a:prstDash val="solid"/>
          </a:ln>
        </p:spPr>
      </p:sp>
      <p:sp>
        <p:nvSpPr>
          <p:cNvPr id="64" name="Text 60"/>
          <p:cNvSpPr txBox="1"/>
          <p:nvPr/>
        </p:nvSpPr>
        <p:spPr>
          <a:xfrm>
            <a:off x="5806440" y="1737360"/>
            <a:ext cx="96012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An-Naba</a:t>
            </a:r>
            <a:endParaRPr lang="en-US" sz="1000" dirty="0"/>
          </a:p>
        </p:txBody>
      </p:sp>
      <p:sp>
        <p:nvSpPr>
          <p:cNvPr id="65" name="Shape 61"/>
          <p:cNvSpPr/>
          <p:nvPr/>
        </p:nvSpPr>
        <p:spPr>
          <a:xfrm>
            <a:off x="6766560" y="1737360"/>
            <a:ext cx="548640" cy="274320"/>
          </a:xfrm>
          <a:prstGeom prst="rect">
            <a:avLst/>
          </a:prstGeom>
          <a:solidFill>
            <a:srgbClr val="FFFFFF"/>
          </a:solidFill>
          <a:ln w="6350">
            <a:solidFill>
              <a:srgbClr val="BBBBBB"/>
            </a:solidFill>
            <a:prstDash val="solid"/>
          </a:ln>
        </p:spPr>
      </p:sp>
      <p:sp>
        <p:nvSpPr>
          <p:cNvPr id="66" name="Text 62"/>
          <p:cNvSpPr txBox="1"/>
          <p:nvPr/>
        </p:nvSpPr>
        <p:spPr>
          <a:xfrm>
            <a:off x="6766560" y="1737360"/>
            <a:ext cx="5486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20</a:t>
            </a:r>
            <a:endParaRPr lang="en-US" sz="1000" dirty="0"/>
          </a:p>
        </p:txBody>
      </p:sp>
      <p:sp>
        <p:nvSpPr>
          <p:cNvPr id="67" name="Shape 63"/>
          <p:cNvSpPr/>
          <p:nvPr/>
        </p:nvSpPr>
        <p:spPr>
          <a:xfrm>
            <a:off x="4389120" y="2011680"/>
            <a:ext cx="731520" cy="274320"/>
          </a:xfrm>
          <a:prstGeom prst="rect">
            <a:avLst/>
          </a:prstGeom>
          <a:solidFill>
            <a:srgbClr val="FFFFFF"/>
          </a:solidFill>
          <a:ln w="6350">
            <a:solidFill>
              <a:srgbClr val="BBBBBB"/>
            </a:solidFill>
            <a:prstDash val="solid"/>
          </a:ln>
        </p:spPr>
      </p:sp>
      <p:sp>
        <p:nvSpPr>
          <p:cNvPr id="68" name="Text 64"/>
          <p:cNvSpPr txBox="1"/>
          <p:nvPr/>
        </p:nvSpPr>
        <p:spPr>
          <a:xfrm>
            <a:off x="4389120" y="2011680"/>
            <a:ext cx="73152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03/02</a:t>
            </a:r>
            <a:endParaRPr lang="en-US" sz="1000" dirty="0"/>
          </a:p>
        </p:txBody>
      </p:sp>
      <p:sp>
        <p:nvSpPr>
          <p:cNvPr id="69" name="Shape 65"/>
          <p:cNvSpPr/>
          <p:nvPr/>
        </p:nvSpPr>
        <p:spPr>
          <a:xfrm>
            <a:off x="5120640" y="2011680"/>
            <a:ext cx="685800" cy="274320"/>
          </a:xfrm>
          <a:prstGeom prst="rect">
            <a:avLst/>
          </a:prstGeom>
          <a:solidFill>
            <a:srgbClr val="FFF59D"/>
          </a:solidFill>
          <a:ln w="6350">
            <a:solidFill>
              <a:srgbClr val="BBBBBB"/>
            </a:solidFill>
            <a:prstDash val="solid"/>
          </a:ln>
        </p:spPr>
      </p:sp>
      <p:sp>
        <p:nvSpPr>
          <p:cNvPr id="70" name="Text 66"/>
          <p:cNvSpPr txBox="1"/>
          <p:nvPr/>
        </p:nvSpPr>
        <p:spPr>
          <a:xfrm>
            <a:off x="5120640" y="2011680"/>
            <a:ext cx="685800" cy="274320"/>
          </a:xfrm>
          <a:prstGeom prst="rect">
            <a:avLst/>
          </a:prstGeom>
          <a:noFill/>
          <a:ln/>
        </p:spPr>
        <p:txBody>
          <a:bodyPr wrap="square" lIns="0" tIns="0" rIns="0" bIns="0"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S003</a:t>
            </a:r>
            <a:endParaRPr lang="en-US" sz="1000" dirty="0"/>
          </a:p>
        </p:txBody>
      </p:sp>
      <p:sp>
        <p:nvSpPr>
          <p:cNvPr id="71" name="Shape 67"/>
          <p:cNvSpPr/>
          <p:nvPr/>
        </p:nvSpPr>
        <p:spPr>
          <a:xfrm>
            <a:off x="5806440" y="2011680"/>
            <a:ext cx="960120" cy="274320"/>
          </a:xfrm>
          <a:prstGeom prst="rect">
            <a:avLst/>
          </a:prstGeom>
          <a:solidFill>
            <a:srgbClr val="FFFFFF"/>
          </a:solidFill>
          <a:ln w="6350">
            <a:solidFill>
              <a:srgbClr val="BBBBBB"/>
            </a:solidFill>
            <a:prstDash val="solid"/>
          </a:ln>
        </p:spPr>
      </p:sp>
      <p:sp>
        <p:nvSpPr>
          <p:cNvPr id="72" name="Text 68"/>
          <p:cNvSpPr txBox="1"/>
          <p:nvPr/>
        </p:nvSpPr>
        <p:spPr>
          <a:xfrm>
            <a:off x="5806440" y="2011680"/>
            <a:ext cx="96012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An-Naziat</a:t>
            </a:r>
            <a:endParaRPr lang="en-US" sz="1000" dirty="0"/>
          </a:p>
        </p:txBody>
      </p:sp>
      <p:sp>
        <p:nvSpPr>
          <p:cNvPr id="73" name="Shape 69"/>
          <p:cNvSpPr/>
          <p:nvPr/>
        </p:nvSpPr>
        <p:spPr>
          <a:xfrm>
            <a:off x="6766560" y="2011680"/>
            <a:ext cx="548640" cy="274320"/>
          </a:xfrm>
          <a:prstGeom prst="rect">
            <a:avLst/>
          </a:prstGeom>
          <a:solidFill>
            <a:srgbClr val="FFFFFF"/>
          </a:solidFill>
          <a:ln w="6350">
            <a:solidFill>
              <a:srgbClr val="BBBBBB"/>
            </a:solidFill>
            <a:prstDash val="solid"/>
          </a:ln>
        </p:spPr>
      </p:sp>
      <p:sp>
        <p:nvSpPr>
          <p:cNvPr id="74" name="Text 70"/>
          <p:cNvSpPr txBox="1"/>
          <p:nvPr/>
        </p:nvSpPr>
        <p:spPr>
          <a:xfrm>
            <a:off x="6766560" y="2011680"/>
            <a:ext cx="5486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15</a:t>
            </a:r>
            <a:endParaRPr lang="en-US" sz="1000" dirty="0"/>
          </a:p>
        </p:txBody>
      </p:sp>
      <p:sp>
        <p:nvSpPr>
          <p:cNvPr id="75" name="Shape 71"/>
          <p:cNvSpPr/>
          <p:nvPr/>
        </p:nvSpPr>
        <p:spPr>
          <a:xfrm>
            <a:off x="4389120" y="2286000"/>
            <a:ext cx="731520" cy="274320"/>
          </a:xfrm>
          <a:prstGeom prst="rect">
            <a:avLst/>
          </a:prstGeom>
          <a:solidFill>
            <a:srgbClr val="FFFFFF"/>
          </a:solidFill>
          <a:ln w="6350">
            <a:solidFill>
              <a:srgbClr val="BBBBBB"/>
            </a:solidFill>
            <a:prstDash val="solid"/>
          </a:ln>
        </p:spPr>
      </p:sp>
      <p:sp>
        <p:nvSpPr>
          <p:cNvPr id="76" name="Text 72"/>
          <p:cNvSpPr txBox="1"/>
          <p:nvPr/>
        </p:nvSpPr>
        <p:spPr>
          <a:xfrm>
            <a:off x="4389120" y="2286000"/>
            <a:ext cx="73152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04/02</a:t>
            </a:r>
            <a:endParaRPr lang="en-US" sz="1000" dirty="0"/>
          </a:p>
        </p:txBody>
      </p:sp>
      <p:sp>
        <p:nvSpPr>
          <p:cNvPr id="77" name="Shape 73"/>
          <p:cNvSpPr/>
          <p:nvPr/>
        </p:nvSpPr>
        <p:spPr>
          <a:xfrm>
            <a:off x="5120640" y="2286000"/>
            <a:ext cx="685800" cy="274320"/>
          </a:xfrm>
          <a:prstGeom prst="rect">
            <a:avLst/>
          </a:prstGeom>
          <a:solidFill>
            <a:srgbClr val="FFF59D"/>
          </a:solidFill>
          <a:ln w="6350">
            <a:solidFill>
              <a:srgbClr val="BBBBBB"/>
            </a:solidFill>
            <a:prstDash val="solid"/>
          </a:ln>
        </p:spPr>
      </p:sp>
      <p:sp>
        <p:nvSpPr>
          <p:cNvPr id="78" name="Text 74"/>
          <p:cNvSpPr txBox="1"/>
          <p:nvPr/>
        </p:nvSpPr>
        <p:spPr>
          <a:xfrm>
            <a:off x="5120640" y="2286000"/>
            <a:ext cx="685800" cy="274320"/>
          </a:xfrm>
          <a:prstGeom prst="rect">
            <a:avLst/>
          </a:prstGeom>
          <a:noFill/>
          <a:ln/>
        </p:spPr>
        <p:txBody>
          <a:bodyPr wrap="square" lIns="0" tIns="0" rIns="0" bIns="0"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S001</a:t>
            </a:r>
            <a:endParaRPr lang="en-US" sz="1000" dirty="0"/>
          </a:p>
        </p:txBody>
      </p:sp>
      <p:sp>
        <p:nvSpPr>
          <p:cNvPr id="79" name="Shape 75"/>
          <p:cNvSpPr/>
          <p:nvPr/>
        </p:nvSpPr>
        <p:spPr>
          <a:xfrm>
            <a:off x="5806440" y="2286000"/>
            <a:ext cx="960120" cy="274320"/>
          </a:xfrm>
          <a:prstGeom prst="rect">
            <a:avLst/>
          </a:prstGeom>
          <a:solidFill>
            <a:srgbClr val="FFFFFF"/>
          </a:solidFill>
          <a:ln w="6350">
            <a:solidFill>
              <a:srgbClr val="BBBBBB"/>
            </a:solidFill>
            <a:prstDash val="solid"/>
          </a:ln>
        </p:spPr>
      </p:sp>
      <p:sp>
        <p:nvSpPr>
          <p:cNvPr id="80" name="Text 76"/>
          <p:cNvSpPr txBox="1"/>
          <p:nvPr/>
        </p:nvSpPr>
        <p:spPr>
          <a:xfrm>
            <a:off x="5806440" y="2286000"/>
            <a:ext cx="96012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Abasa</a:t>
            </a:r>
            <a:endParaRPr lang="en-US" sz="1000" dirty="0"/>
          </a:p>
        </p:txBody>
      </p:sp>
      <p:sp>
        <p:nvSpPr>
          <p:cNvPr id="81" name="Shape 77"/>
          <p:cNvSpPr/>
          <p:nvPr/>
        </p:nvSpPr>
        <p:spPr>
          <a:xfrm>
            <a:off x="6766560" y="2286000"/>
            <a:ext cx="548640" cy="274320"/>
          </a:xfrm>
          <a:prstGeom prst="rect">
            <a:avLst/>
          </a:prstGeom>
          <a:solidFill>
            <a:srgbClr val="FFFFFF"/>
          </a:solidFill>
          <a:ln w="6350">
            <a:solidFill>
              <a:srgbClr val="BBBBBB"/>
            </a:solidFill>
            <a:prstDash val="solid"/>
          </a:ln>
        </p:spPr>
      </p:sp>
      <p:sp>
        <p:nvSpPr>
          <p:cNvPr id="82" name="Text 78"/>
          <p:cNvSpPr txBox="1"/>
          <p:nvPr/>
        </p:nvSpPr>
        <p:spPr>
          <a:xfrm>
            <a:off x="6766560" y="2286000"/>
            <a:ext cx="5486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18</a:t>
            </a:r>
            <a:endParaRPr lang="en-US" sz="1000" dirty="0"/>
          </a:p>
        </p:txBody>
      </p:sp>
      <p:sp>
        <p:nvSpPr>
          <p:cNvPr id="83" name="Shape 79"/>
          <p:cNvSpPr/>
          <p:nvPr/>
        </p:nvSpPr>
        <p:spPr>
          <a:xfrm>
            <a:off x="4389120" y="2560320"/>
            <a:ext cx="731520" cy="274320"/>
          </a:xfrm>
          <a:prstGeom prst="rect">
            <a:avLst/>
          </a:prstGeom>
          <a:solidFill>
            <a:srgbClr val="FFFFFF"/>
          </a:solidFill>
          <a:ln w="6350">
            <a:solidFill>
              <a:srgbClr val="BBBBBB"/>
            </a:solidFill>
            <a:prstDash val="solid"/>
          </a:ln>
        </p:spPr>
      </p:sp>
      <p:sp>
        <p:nvSpPr>
          <p:cNvPr id="84" name="Text 80"/>
          <p:cNvSpPr txBox="1"/>
          <p:nvPr/>
        </p:nvSpPr>
        <p:spPr>
          <a:xfrm>
            <a:off x="4389120" y="2560320"/>
            <a:ext cx="73152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04/02</a:t>
            </a:r>
            <a:endParaRPr lang="en-US" sz="1000" dirty="0"/>
          </a:p>
        </p:txBody>
      </p:sp>
      <p:sp>
        <p:nvSpPr>
          <p:cNvPr id="85" name="Shape 81"/>
          <p:cNvSpPr/>
          <p:nvPr/>
        </p:nvSpPr>
        <p:spPr>
          <a:xfrm>
            <a:off x="5120640" y="2560320"/>
            <a:ext cx="685800" cy="274320"/>
          </a:xfrm>
          <a:prstGeom prst="rect">
            <a:avLst/>
          </a:prstGeom>
          <a:solidFill>
            <a:srgbClr val="FFF59D"/>
          </a:solidFill>
          <a:ln w="6350">
            <a:solidFill>
              <a:srgbClr val="BBBBBB"/>
            </a:solidFill>
            <a:prstDash val="solid"/>
          </a:ln>
        </p:spPr>
      </p:sp>
      <p:sp>
        <p:nvSpPr>
          <p:cNvPr id="86" name="Text 82"/>
          <p:cNvSpPr txBox="1"/>
          <p:nvPr/>
        </p:nvSpPr>
        <p:spPr>
          <a:xfrm>
            <a:off x="5120640" y="2560320"/>
            <a:ext cx="685800" cy="274320"/>
          </a:xfrm>
          <a:prstGeom prst="rect">
            <a:avLst/>
          </a:prstGeom>
          <a:noFill/>
          <a:ln/>
        </p:spPr>
        <p:txBody>
          <a:bodyPr wrap="square" lIns="0" tIns="0" rIns="0" bIns="0"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S002</a:t>
            </a:r>
            <a:endParaRPr lang="en-US" sz="1000" dirty="0"/>
          </a:p>
        </p:txBody>
      </p:sp>
      <p:sp>
        <p:nvSpPr>
          <p:cNvPr id="87" name="Shape 83"/>
          <p:cNvSpPr/>
          <p:nvPr/>
        </p:nvSpPr>
        <p:spPr>
          <a:xfrm>
            <a:off x="5806440" y="2560320"/>
            <a:ext cx="960120" cy="274320"/>
          </a:xfrm>
          <a:prstGeom prst="rect">
            <a:avLst/>
          </a:prstGeom>
          <a:solidFill>
            <a:srgbClr val="FFFFFF"/>
          </a:solidFill>
          <a:ln w="6350">
            <a:solidFill>
              <a:srgbClr val="BBBBBB"/>
            </a:solidFill>
            <a:prstDash val="solid"/>
          </a:ln>
        </p:spPr>
      </p:sp>
      <p:sp>
        <p:nvSpPr>
          <p:cNvPr id="88" name="Text 84"/>
          <p:cNvSpPr txBox="1"/>
          <p:nvPr/>
        </p:nvSpPr>
        <p:spPr>
          <a:xfrm>
            <a:off x="5806440" y="2560320"/>
            <a:ext cx="96012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An-Naba</a:t>
            </a:r>
            <a:endParaRPr lang="en-US" sz="1000" dirty="0"/>
          </a:p>
        </p:txBody>
      </p:sp>
      <p:sp>
        <p:nvSpPr>
          <p:cNvPr id="89" name="Shape 85"/>
          <p:cNvSpPr/>
          <p:nvPr/>
        </p:nvSpPr>
        <p:spPr>
          <a:xfrm>
            <a:off x="6766560" y="2560320"/>
            <a:ext cx="548640" cy="274320"/>
          </a:xfrm>
          <a:prstGeom prst="rect">
            <a:avLst/>
          </a:prstGeom>
          <a:solidFill>
            <a:srgbClr val="FFFFFF"/>
          </a:solidFill>
          <a:ln w="6350">
            <a:solidFill>
              <a:srgbClr val="BBBBBB"/>
            </a:solidFill>
            <a:prstDash val="solid"/>
          </a:ln>
        </p:spPr>
      </p:sp>
      <p:sp>
        <p:nvSpPr>
          <p:cNvPr id="90" name="Text 86"/>
          <p:cNvSpPr txBox="1"/>
          <p:nvPr/>
        </p:nvSpPr>
        <p:spPr>
          <a:xfrm>
            <a:off x="6766560" y="2560320"/>
            <a:ext cx="5486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10</a:t>
            </a:r>
            <a:endParaRPr lang="en-US" sz="1000" dirty="0"/>
          </a:p>
        </p:txBody>
      </p:sp>
      <p:sp>
        <p:nvSpPr>
          <p:cNvPr id="91" name="Shape 87"/>
          <p:cNvSpPr/>
          <p:nvPr/>
        </p:nvSpPr>
        <p:spPr>
          <a:xfrm>
            <a:off x="4389120" y="2834640"/>
            <a:ext cx="731520" cy="274320"/>
          </a:xfrm>
          <a:prstGeom prst="rect">
            <a:avLst/>
          </a:prstGeom>
          <a:solidFill>
            <a:srgbClr val="FFFFFF"/>
          </a:solidFill>
          <a:ln w="6350">
            <a:solidFill>
              <a:srgbClr val="BBBBBB"/>
            </a:solidFill>
            <a:prstDash val="solid"/>
          </a:ln>
        </p:spPr>
      </p:sp>
      <p:sp>
        <p:nvSpPr>
          <p:cNvPr id="92" name="Text 88"/>
          <p:cNvSpPr txBox="1"/>
          <p:nvPr/>
        </p:nvSpPr>
        <p:spPr>
          <a:xfrm>
            <a:off x="4389120" y="2834640"/>
            <a:ext cx="73152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05/02</a:t>
            </a:r>
            <a:endParaRPr lang="en-US" sz="1000" dirty="0"/>
          </a:p>
        </p:txBody>
      </p:sp>
      <p:sp>
        <p:nvSpPr>
          <p:cNvPr id="93" name="Shape 89"/>
          <p:cNvSpPr/>
          <p:nvPr/>
        </p:nvSpPr>
        <p:spPr>
          <a:xfrm>
            <a:off x="5120640" y="2834640"/>
            <a:ext cx="685800" cy="274320"/>
          </a:xfrm>
          <a:prstGeom prst="rect">
            <a:avLst/>
          </a:prstGeom>
          <a:solidFill>
            <a:srgbClr val="FFF59D"/>
          </a:solidFill>
          <a:ln w="6350">
            <a:solidFill>
              <a:srgbClr val="BBBBBB"/>
            </a:solidFill>
            <a:prstDash val="solid"/>
          </a:ln>
        </p:spPr>
      </p:sp>
      <p:sp>
        <p:nvSpPr>
          <p:cNvPr id="94" name="Text 90"/>
          <p:cNvSpPr txBox="1"/>
          <p:nvPr/>
        </p:nvSpPr>
        <p:spPr>
          <a:xfrm>
            <a:off x="5120640" y="2834640"/>
            <a:ext cx="685800" cy="274320"/>
          </a:xfrm>
          <a:prstGeom prst="rect">
            <a:avLst/>
          </a:prstGeom>
          <a:noFill/>
          <a:ln/>
        </p:spPr>
        <p:txBody>
          <a:bodyPr wrap="square" lIns="0" tIns="0" rIns="0" bIns="0"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S004</a:t>
            </a:r>
            <a:endParaRPr lang="en-US" sz="1000" dirty="0"/>
          </a:p>
        </p:txBody>
      </p:sp>
      <p:sp>
        <p:nvSpPr>
          <p:cNvPr id="95" name="Shape 91"/>
          <p:cNvSpPr/>
          <p:nvPr/>
        </p:nvSpPr>
        <p:spPr>
          <a:xfrm>
            <a:off x="5806440" y="2834640"/>
            <a:ext cx="960120" cy="274320"/>
          </a:xfrm>
          <a:prstGeom prst="rect">
            <a:avLst/>
          </a:prstGeom>
          <a:solidFill>
            <a:srgbClr val="FFFFFF"/>
          </a:solidFill>
          <a:ln w="6350">
            <a:solidFill>
              <a:srgbClr val="BBBBBB"/>
            </a:solidFill>
            <a:prstDash val="solid"/>
          </a:ln>
        </p:spPr>
      </p:sp>
      <p:sp>
        <p:nvSpPr>
          <p:cNvPr id="96" name="Text 92"/>
          <p:cNvSpPr txBox="1"/>
          <p:nvPr/>
        </p:nvSpPr>
        <p:spPr>
          <a:xfrm>
            <a:off x="5806440" y="2834640"/>
            <a:ext cx="96012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At-Takwir</a:t>
            </a:r>
            <a:endParaRPr lang="en-US" sz="1000" dirty="0"/>
          </a:p>
        </p:txBody>
      </p:sp>
      <p:sp>
        <p:nvSpPr>
          <p:cNvPr id="97" name="Shape 93"/>
          <p:cNvSpPr/>
          <p:nvPr/>
        </p:nvSpPr>
        <p:spPr>
          <a:xfrm>
            <a:off x="6766560" y="2834640"/>
            <a:ext cx="548640" cy="274320"/>
          </a:xfrm>
          <a:prstGeom prst="rect">
            <a:avLst/>
          </a:prstGeom>
          <a:solidFill>
            <a:srgbClr val="FFFFFF"/>
          </a:solidFill>
          <a:ln w="6350">
            <a:solidFill>
              <a:srgbClr val="BBBBBB"/>
            </a:solidFill>
            <a:prstDash val="solid"/>
          </a:ln>
        </p:spPr>
      </p:sp>
      <p:sp>
        <p:nvSpPr>
          <p:cNvPr id="98" name="Text 94"/>
          <p:cNvSpPr txBox="1"/>
          <p:nvPr/>
        </p:nvSpPr>
        <p:spPr>
          <a:xfrm>
            <a:off x="6766560" y="2834640"/>
            <a:ext cx="54864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12</a:t>
            </a:r>
            <a:endParaRPr lang="en-US" sz="1000" dirty="0"/>
          </a:p>
        </p:txBody>
      </p:sp>
      <p:sp>
        <p:nvSpPr>
          <p:cNvPr id="99" name="Shape 95"/>
          <p:cNvSpPr/>
          <p:nvPr/>
        </p:nvSpPr>
        <p:spPr>
          <a:xfrm>
            <a:off x="3291840" y="1874520"/>
            <a:ext cx="1783080" cy="0"/>
          </a:xfrm>
          <a:prstGeom prst="line">
            <a:avLst/>
          </a:prstGeom>
          <a:noFill/>
          <a:ln w="25400">
            <a:solidFill>
              <a:srgbClr val="E53935"/>
            </a:solidFill>
            <a:prstDash val="dash"/>
            <a:headEnd type="oval"/>
            <a:tailEnd type="triangle"/>
          </a:ln>
        </p:spPr>
      </p:sp>
      <p:sp>
        <p:nvSpPr>
          <p:cNvPr id="100" name="Text 96"/>
          <p:cNvSpPr txBox="1"/>
          <p:nvPr/>
        </p:nvSpPr>
        <p:spPr>
          <a:xfrm>
            <a:off x="3246120" y="1508760"/>
            <a:ext cx="1828800" cy="274320"/>
          </a:xfrm>
          <a:prstGeom prst="rect">
            <a:avLst/>
          </a:prstGeom>
          <a:noFill/>
          <a:ln/>
        </p:spPr>
        <p:txBody>
          <a:bodyPr wrap="square" lIns="0" tIns="0" rIns="0" bIns="0" rtlCol="0" anchor="t"/>
          <a:lstStyle/>
          <a:p>
            <a:pPr algn="ctr" indent="0" marL="0">
              <a:buNone/>
            </a:pPr>
            <a:r>
              <a:rPr lang="en-US" sz="1100" b="1" dirty="0">
                <a:solidFill>
                  <a:srgbClr val="E53935"/>
                </a:solidFill>
                <a:latin typeface="Calibri" pitchFamily="34" charset="0"/>
                <a:ea typeface="Calibri" pitchFamily="34" charset="-122"/>
                <a:cs typeface="Calibri" pitchFamily="34" charset="-120"/>
              </a:rPr>
              <a:t>Kode = penghubung</a:t>
            </a:r>
            <a:endParaRPr lang="en-US" sz="1100" dirty="0"/>
          </a:p>
        </p:txBody>
      </p:sp>
      <p:sp>
        <p:nvSpPr>
          <p:cNvPr id="101" name="Shape 97"/>
          <p:cNvSpPr/>
          <p:nvPr/>
        </p:nvSpPr>
        <p:spPr>
          <a:xfrm>
            <a:off x="457200" y="3291840"/>
            <a:ext cx="8229600" cy="1234440"/>
          </a:xfrm>
          <a:prstGeom prst="roundRect">
            <a:avLst>
              <a:gd name="adj" fmla="val 7407"/>
            </a:avLst>
          </a:prstGeom>
          <a:solidFill>
            <a:srgbClr val="FBF1D3"/>
          </a:solidFill>
          <a:ln w="12700">
            <a:solidFill>
              <a:srgbClr val="FBF1D3"/>
            </a:solidFill>
            <a:prstDash val="solid"/>
          </a:ln>
        </p:spPr>
      </p:sp>
      <p:sp>
        <p:nvSpPr>
          <p:cNvPr id="102" name="Text 98"/>
          <p:cNvSpPr txBox="1"/>
          <p:nvPr/>
        </p:nvSpPr>
        <p:spPr>
          <a:xfrm>
            <a:off x="640080" y="3337560"/>
            <a:ext cx="7863840" cy="114300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Nama, kelas, halaqah cukup ditulis SEKALI di tabel Santri. Tabel Setoran hanya mencatat Kode. Jika Ahmad pindah halaqah, cukup ubah satu sel.</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Istilah Kunci dalam Database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Primary Key</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Kunci utama: kode unik di tabel utama. Contoh: Kode di tabel Santri. Tidak boleh ganda.</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Foreign Key</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Kode yang sama dipakai di tabel lain untuk menunjuk. Contoh: Kode di tabel Setoran.</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Relasi</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Hubungan antartabel. Satu santri → banyak setoran (satu-ke-banyak).</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Lookup</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Mengambil data dari tabel lain berdasarkan kunci: dari S001 → "Ahmad".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Merancang Tabel Berhubungan</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kertas dan diagrams.net</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Latihan memecah tabel</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Tabel untuk proyek kelompok</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Diagram relasi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Latihan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Latihan_Peminjaman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Latihan_Peminjaman</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50292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4672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34672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215408" y="2573789"/>
            <a:ext cx="685800" cy="119299"/>
          </a:xfrm>
          <a:prstGeom prst="rect">
            <a:avLst/>
          </a:prstGeom>
          <a:solidFill>
            <a:srgbClr val="F8F9FA"/>
          </a:solidFill>
          <a:ln w="6350">
            <a:solidFill>
              <a:srgbClr val="DDDDDD"/>
            </a:solidFill>
            <a:prstDash val="solid"/>
          </a:ln>
        </p:spPr>
      </p:sp>
      <p:sp>
        <p:nvSpPr>
          <p:cNvPr id="66" name="Text 58"/>
          <p:cNvSpPr txBox="1"/>
          <p:nvPr/>
        </p:nvSpPr>
        <p:spPr>
          <a:xfrm>
            <a:off x="221540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901208" y="2573789"/>
            <a:ext cx="502920" cy="119299"/>
          </a:xfrm>
          <a:prstGeom prst="rect">
            <a:avLst/>
          </a:prstGeom>
          <a:solidFill>
            <a:srgbClr val="F8F9FA"/>
          </a:solidFill>
          <a:ln w="6350">
            <a:solidFill>
              <a:srgbClr val="DDDDDD"/>
            </a:solidFill>
            <a:prstDash val="solid"/>
          </a:ln>
        </p:spPr>
      </p:sp>
      <p:sp>
        <p:nvSpPr>
          <p:cNvPr id="68" name="Text 60"/>
          <p:cNvSpPr txBox="1"/>
          <p:nvPr/>
        </p:nvSpPr>
        <p:spPr>
          <a:xfrm>
            <a:off x="290120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952768" y="2573789"/>
            <a:ext cx="502920" cy="119299"/>
          </a:xfrm>
          <a:prstGeom prst="rect">
            <a:avLst/>
          </a:prstGeom>
          <a:solidFill>
            <a:srgbClr val="F8F9FA"/>
          </a:solidFill>
          <a:ln w="6350">
            <a:solidFill>
              <a:srgbClr val="DDDDDD"/>
            </a:solidFill>
            <a:prstDash val="solid"/>
          </a:ln>
        </p:spPr>
      </p:sp>
      <p:sp>
        <p:nvSpPr>
          <p:cNvPr id="72" name="Text 64"/>
          <p:cNvSpPr txBox="1"/>
          <p:nvPr/>
        </p:nvSpPr>
        <p:spPr>
          <a:xfrm>
            <a:off x="395276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50292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Tgl</a:t>
            </a:r>
            <a:endParaRPr lang="en-US" sz="600" dirty="0"/>
          </a:p>
        </p:txBody>
      </p:sp>
      <p:sp>
        <p:nvSpPr>
          <p:cNvPr id="77" name="Shape 69"/>
          <p:cNvSpPr/>
          <p:nvPr/>
        </p:nvSpPr>
        <p:spPr>
          <a:xfrm>
            <a:off x="134672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137416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Judul Buku</a:t>
            </a:r>
            <a:endParaRPr lang="en-US" sz="600" dirty="0"/>
          </a:p>
        </p:txBody>
      </p:sp>
      <p:sp>
        <p:nvSpPr>
          <p:cNvPr id="79" name="Shape 71"/>
          <p:cNvSpPr/>
          <p:nvPr/>
        </p:nvSpPr>
        <p:spPr>
          <a:xfrm>
            <a:off x="2215408" y="2693089"/>
            <a:ext cx="685800" cy="119299"/>
          </a:xfrm>
          <a:prstGeom prst="rect">
            <a:avLst/>
          </a:prstGeom>
          <a:solidFill>
            <a:srgbClr val="0F4C3A"/>
          </a:solidFill>
          <a:ln w="6350">
            <a:solidFill>
              <a:srgbClr val="E2E2E2"/>
            </a:solidFill>
            <a:prstDash val="solid"/>
          </a:ln>
        </p:spPr>
      </p:sp>
      <p:sp>
        <p:nvSpPr>
          <p:cNvPr id="80" name="Text 72"/>
          <p:cNvSpPr txBox="1"/>
          <p:nvPr/>
        </p:nvSpPr>
        <p:spPr>
          <a:xfrm>
            <a:off x="224284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Pengarang</a:t>
            </a:r>
            <a:endParaRPr lang="en-US" sz="600" dirty="0"/>
          </a:p>
        </p:txBody>
      </p:sp>
      <p:sp>
        <p:nvSpPr>
          <p:cNvPr id="81" name="Shape 73"/>
          <p:cNvSpPr/>
          <p:nvPr/>
        </p:nvSpPr>
        <p:spPr>
          <a:xfrm>
            <a:off x="2901208" y="2693089"/>
            <a:ext cx="502920" cy="119299"/>
          </a:xfrm>
          <a:prstGeom prst="rect">
            <a:avLst/>
          </a:prstGeom>
          <a:solidFill>
            <a:srgbClr val="0F4C3A"/>
          </a:solidFill>
          <a:ln w="6350">
            <a:solidFill>
              <a:srgbClr val="E2E2E2"/>
            </a:solidFill>
            <a:prstDash val="solid"/>
          </a:ln>
        </p:spPr>
      </p:sp>
      <p:sp>
        <p:nvSpPr>
          <p:cNvPr id="82" name="Text 74"/>
          <p:cNvSpPr txBox="1"/>
          <p:nvPr/>
        </p:nvSpPr>
        <p:spPr>
          <a:xfrm>
            <a:off x="292864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83" name="Shape 75"/>
          <p:cNvSpPr/>
          <p:nvPr/>
        </p:nvSpPr>
        <p:spPr>
          <a:xfrm>
            <a:off x="3404128" y="2693089"/>
            <a:ext cx="548640" cy="119299"/>
          </a:xfrm>
          <a:prstGeom prst="rect">
            <a:avLst/>
          </a:prstGeom>
          <a:solidFill>
            <a:srgbClr val="0F4C3A"/>
          </a:solidFill>
          <a:ln w="6350">
            <a:solidFill>
              <a:srgbClr val="E2E2E2"/>
            </a:solidFill>
            <a:prstDash val="solid"/>
          </a:ln>
        </p:spPr>
      </p:sp>
      <p:sp>
        <p:nvSpPr>
          <p:cNvPr id="84" name="Text 76"/>
          <p:cNvSpPr txBox="1"/>
          <p:nvPr/>
        </p:nvSpPr>
        <p:spPr>
          <a:xfrm>
            <a:off x="343156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85" name="Shape 77"/>
          <p:cNvSpPr/>
          <p:nvPr/>
        </p:nvSpPr>
        <p:spPr>
          <a:xfrm>
            <a:off x="3952768" y="2693089"/>
            <a:ext cx="502920" cy="119299"/>
          </a:xfrm>
          <a:prstGeom prst="rect">
            <a:avLst/>
          </a:prstGeom>
          <a:solidFill>
            <a:srgbClr val="0F4C3A"/>
          </a:solidFill>
          <a:ln w="6350">
            <a:solidFill>
              <a:srgbClr val="E2E2E2"/>
            </a:solidFill>
            <a:prstDash val="solid"/>
          </a:ln>
        </p:spPr>
      </p:sp>
      <p:sp>
        <p:nvSpPr>
          <p:cNvPr id="86" name="Text 78"/>
          <p:cNvSpPr txBox="1"/>
          <p:nvPr/>
        </p:nvSpPr>
        <p:spPr>
          <a:xfrm>
            <a:off x="398020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50292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01/02</a:t>
            </a:r>
            <a:endParaRPr lang="en-US" sz="600" dirty="0"/>
          </a:p>
        </p:txBody>
      </p:sp>
      <p:sp>
        <p:nvSpPr>
          <p:cNvPr id="91" name="Shape 83"/>
          <p:cNvSpPr/>
          <p:nvPr/>
        </p:nvSpPr>
        <p:spPr>
          <a:xfrm>
            <a:off x="134672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137416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Sirah Nabawiyah</a:t>
            </a:r>
            <a:endParaRPr lang="en-US" sz="600" dirty="0"/>
          </a:p>
        </p:txBody>
      </p:sp>
      <p:sp>
        <p:nvSpPr>
          <p:cNvPr id="93" name="Shape 85"/>
          <p:cNvSpPr/>
          <p:nvPr/>
        </p:nvSpPr>
        <p:spPr>
          <a:xfrm>
            <a:off x="2215408" y="2812388"/>
            <a:ext cx="685800" cy="119299"/>
          </a:xfrm>
          <a:prstGeom prst="rect">
            <a:avLst/>
          </a:prstGeom>
          <a:solidFill>
            <a:srgbClr val="FFFFFF"/>
          </a:solidFill>
          <a:ln w="6350">
            <a:solidFill>
              <a:srgbClr val="E2E2E2"/>
            </a:solidFill>
            <a:prstDash val="solid"/>
          </a:ln>
        </p:spPr>
      </p:sp>
      <p:sp>
        <p:nvSpPr>
          <p:cNvPr id="94" name="Text 86"/>
          <p:cNvSpPr txBox="1"/>
          <p:nvPr/>
        </p:nvSpPr>
        <p:spPr>
          <a:xfrm>
            <a:off x="224284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Penulis A</a:t>
            </a:r>
            <a:endParaRPr lang="en-US" sz="600" dirty="0"/>
          </a:p>
        </p:txBody>
      </p:sp>
      <p:sp>
        <p:nvSpPr>
          <p:cNvPr id="95" name="Shape 87"/>
          <p:cNvSpPr/>
          <p:nvPr/>
        </p:nvSpPr>
        <p:spPr>
          <a:xfrm>
            <a:off x="2901208" y="2812388"/>
            <a:ext cx="502920" cy="119299"/>
          </a:xfrm>
          <a:prstGeom prst="rect">
            <a:avLst/>
          </a:prstGeom>
          <a:solidFill>
            <a:srgbClr val="FFFFFF"/>
          </a:solidFill>
          <a:ln w="6350">
            <a:solidFill>
              <a:srgbClr val="E2E2E2"/>
            </a:solidFill>
            <a:prstDash val="solid"/>
          </a:ln>
        </p:spPr>
      </p:sp>
      <p:sp>
        <p:nvSpPr>
          <p:cNvPr id="96" name="Text 88"/>
          <p:cNvSpPr txBox="1"/>
          <p:nvPr/>
        </p:nvSpPr>
        <p:spPr>
          <a:xfrm>
            <a:off x="292864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7" name="Shape 89"/>
          <p:cNvSpPr/>
          <p:nvPr/>
        </p:nvSpPr>
        <p:spPr>
          <a:xfrm>
            <a:off x="3404128" y="2812388"/>
            <a:ext cx="548640" cy="119299"/>
          </a:xfrm>
          <a:prstGeom prst="rect">
            <a:avLst/>
          </a:prstGeom>
          <a:solidFill>
            <a:srgbClr val="FFFFFF"/>
          </a:solidFill>
          <a:ln w="6350">
            <a:solidFill>
              <a:srgbClr val="E2E2E2"/>
            </a:solidFill>
            <a:prstDash val="solid"/>
          </a:ln>
        </p:spPr>
      </p:sp>
      <p:sp>
        <p:nvSpPr>
          <p:cNvPr id="98" name="Text 90"/>
          <p:cNvSpPr txBox="1"/>
          <p:nvPr/>
        </p:nvSpPr>
        <p:spPr>
          <a:xfrm>
            <a:off x="3431560" y="28123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9" name="Shape 91"/>
          <p:cNvSpPr/>
          <p:nvPr/>
        </p:nvSpPr>
        <p:spPr>
          <a:xfrm>
            <a:off x="3952768" y="2812388"/>
            <a:ext cx="502920" cy="119299"/>
          </a:xfrm>
          <a:prstGeom prst="rect">
            <a:avLst/>
          </a:prstGeom>
          <a:solidFill>
            <a:srgbClr val="FFFFFF"/>
          </a:solidFill>
          <a:ln w="6350">
            <a:solidFill>
              <a:srgbClr val="E2E2E2"/>
            </a:solidFill>
            <a:prstDash val="solid"/>
          </a:ln>
        </p:spPr>
      </p:sp>
      <p:sp>
        <p:nvSpPr>
          <p:cNvPr id="100" name="Text 92"/>
          <p:cNvSpPr txBox="1"/>
          <p:nvPr/>
        </p:nvSpPr>
        <p:spPr>
          <a:xfrm>
            <a:off x="398020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50292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02/02</a:t>
            </a:r>
            <a:endParaRPr lang="en-US" sz="600" dirty="0"/>
          </a:p>
        </p:txBody>
      </p:sp>
      <p:sp>
        <p:nvSpPr>
          <p:cNvPr id="105" name="Shape 97"/>
          <p:cNvSpPr/>
          <p:nvPr/>
        </p:nvSpPr>
        <p:spPr>
          <a:xfrm>
            <a:off x="1346728" y="2931688"/>
            <a:ext cx="868680" cy="119299"/>
          </a:xfrm>
          <a:prstGeom prst="rect">
            <a:avLst/>
          </a:prstGeom>
          <a:solidFill>
            <a:srgbClr val="FFFFFF"/>
          </a:solidFill>
          <a:ln w="6350">
            <a:solidFill>
              <a:srgbClr val="E2E2E2"/>
            </a:solidFill>
            <a:prstDash val="solid"/>
          </a:ln>
        </p:spPr>
      </p:sp>
      <p:sp>
        <p:nvSpPr>
          <p:cNvPr id="106" name="Text 98"/>
          <p:cNvSpPr txBox="1"/>
          <p:nvPr/>
        </p:nvSpPr>
        <p:spPr>
          <a:xfrm>
            <a:off x="137416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Sirah Nabawiyah</a:t>
            </a:r>
            <a:endParaRPr lang="en-US" sz="600" dirty="0"/>
          </a:p>
        </p:txBody>
      </p:sp>
      <p:sp>
        <p:nvSpPr>
          <p:cNvPr id="107" name="Shape 99"/>
          <p:cNvSpPr/>
          <p:nvPr/>
        </p:nvSpPr>
        <p:spPr>
          <a:xfrm>
            <a:off x="2215408" y="2931688"/>
            <a:ext cx="685800" cy="119299"/>
          </a:xfrm>
          <a:prstGeom prst="rect">
            <a:avLst/>
          </a:prstGeom>
          <a:solidFill>
            <a:srgbClr val="FFFFFF"/>
          </a:solidFill>
          <a:ln w="6350">
            <a:solidFill>
              <a:srgbClr val="E2E2E2"/>
            </a:solidFill>
            <a:prstDash val="solid"/>
          </a:ln>
        </p:spPr>
      </p:sp>
      <p:sp>
        <p:nvSpPr>
          <p:cNvPr id="108" name="Text 100"/>
          <p:cNvSpPr txBox="1"/>
          <p:nvPr/>
        </p:nvSpPr>
        <p:spPr>
          <a:xfrm>
            <a:off x="224284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Penulis A</a:t>
            </a:r>
            <a:endParaRPr lang="en-US" sz="600" dirty="0"/>
          </a:p>
        </p:txBody>
      </p:sp>
      <p:sp>
        <p:nvSpPr>
          <p:cNvPr id="109" name="Shape 101"/>
          <p:cNvSpPr/>
          <p:nvPr/>
        </p:nvSpPr>
        <p:spPr>
          <a:xfrm>
            <a:off x="2901208" y="2931688"/>
            <a:ext cx="502920" cy="119299"/>
          </a:xfrm>
          <a:prstGeom prst="rect">
            <a:avLst/>
          </a:prstGeom>
          <a:solidFill>
            <a:srgbClr val="FFFFFF"/>
          </a:solidFill>
          <a:ln w="6350">
            <a:solidFill>
              <a:srgbClr val="E2E2E2"/>
            </a:solidFill>
            <a:prstDash val="solid"/>
          </a:ln>
        </p:spPr>
      </p:sp>
      <p:sp>
        <p:nvSpPr>
          <p:cNvPr id="110" name="Text 102"/>
          <p:cNvSpPr txBox="1"/>
          <p:nvPr/>
        </p:nvSpPr>
        <p:spPr>
          <a:xfrm>
            <a:off x="292864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1" name="Shape 103"/>
          <p:cNvSpPr/>
          <p:nvPr/>
        </p:nvSpPr>
        <p:spPr>
          <a:xfrm>
            <a:off x="3404128" y="2931688"/>
            <a:ext cx="548640" cy="119299"/>
          </a:xfrm>
          <a:prstGeom prst="rect">
            <a:avLst/>
          </a:prstGeom>
          <a:solidFill>
            <a:srgbClr val="FFFFFF"/>
          </a:solidFill>
          <a:ln w="6350">
            <a:solidFill>
              <a:srgbClr val="E2E2E2"/>
            </a:solidFill>
            <a:prstDash val="solid"/>
          </a:ln>
        </p:spPr>
      </p:sp>
      <p:sp>
        <p:nvSpPr>
          <p:cNvPr id="112" name="Text 104"/>
          <p:cNvSpPr txBox="1"/>
          <p:nvPr/>
        </p:nvSpPr>
        <p:spPr>
          <a:xfrm>
            <a:off x="3431560" y="29316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13" name="Shape 105"/>
          <p:cNvSpPr/>
          <p:nvPr/>
        </p:nvSpPr>
        <p:spPr>
          <a:xfrm>
            <a:off x="3952768" y="2931688"/>
            <a:ext cx="502920" cy="119299"/>
          </a:xfrm>
          <a:prstGeom prst="rect">
            <a:avLst/>
          </a:prstGeom>
          <a:solidFill>
            <a:srgbClr val="FFFFFF"/>
          </a:solidFill>
          <a:ln w="6350">
            <a:solidFill>
              <a:srgbClr val="E2E2E2"/>
            </a:solidFill>
            <a:prstDash val="solid"/>
          </a:ln>
        </p:spPr>
      </p:sp>
      <p:sp>
        <p:nvSpPr>
          <p:cNvPr id="114" name="Text 106"/>
          <p:cNvSpPr txBox="1"/>
          <p:nvPr/>
        </p:nvSpPr>
        <p:spPr>
          <a:xfrm>
            <a:off x="398020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9B</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50292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119" name="Shape 111"/>
          <p:cNvSpPr/>
          <p:nvPr/>
        </p:nvSpPr>
        <p:spPr>
          <a:xfrm>
            <a:off x="1346728" y="3050987"/>
            <a:ext cx="868680" cy="119299"/>
          </a:xfrm>
          <a:prstGeom prst="rect">
            <a:avLst/>
          </a:prstGeom>
          <a:solidFill>
            <a:srgbClr val="FFFFFF"/>
          </a:solidFill>
          <a:ln w="6350">
            <a:solidFill>
              <a:srgbClr val="E2E2E2"/>
            </a:solidFill>
            <a:prstDash val="solid"/>
          </a:ln>
        </p:spPr>
      </p:sp>
      <p:sp>
        <p:nvSpPr>
          <p:cNvPr id="120" name="Text 112"/>
          <p:cNvSpPr txBox="1"/>
          <p:nvPr/>
        </p:nvSpPr>
        <p:spPr>
          <a:xfrm>
            <a:off x="137416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Kisah Sahabat</a:t>
            </a:r>
            <a:endParaRPr lang="en-US" sz="600" dirty="0"/>
          </a:p>
        </p:txBody>
      </p:sp>
      <p:sp>
        <p:nvSpPr>
          <p:cNvPr id="121" name="Shape 113"/>
          <p:cNvSpPr/>
          <p:nvPr/>
        </p:nvSpPr>
        <p:spPr>
          <a:xfrm>
            <a:off x="2215408" y="3050987"/>
            <a:ext cx="685800" cy="119299"/>
          </a:xfrm>
          <a:prstGeom prst="rect">
            <a:avLst/>
          </a:prstGeom>
          <a:solidFill>
            <a:srgbClr val="FFFFFF"/>
          </a:solidFill>
          <a:ln w="6350">
            <a:solidFill>
              <a:srgbClr val="E2E2E2"/>
            </a:solidFill>
            <a:prstDash val="solid"/>
          </a:ln>
        </p:spPr>
      </p:sp>
      <p:sp>
        <p:nvSpPr>
          <p:cNvPr id="122" name="Text 114"/>
          <p:cNvSpPr txBox="1"/>
          <p:nvPr/>
        </p:nvSpPr>
        <p:spPr>
          <a:xfrm>
            <a:off x="224284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Penulis B</a:t>
            </a:r>
            <a:endParaRPr lang="en-US" sz="600" dirty="0"/>
          </a:p>
        </p:txBody>
      </p:sp>
      <p:sp>
        <p:nvSpPr>
          <p:cNvPr id="123" name="Shape 115"/>
          <p:cNvSpPr/>
          <p:nvPr/>
        </p:nvSpPr>
        <p:spPr>
          <a:xfrm>
            <a:off x="2901208" y="3050987"/>
            <a:ext cx="502920" cy="119299"/>
          </a:xfrm>
          <a:prstGeom prst="rect">
            <a:avLst/>
          </a:prstGeom>
          <a:solidFill>
            <a:srgbClr val="FFFFFF"/>
          </a:solidFill>
          <a:ln w="6350">
            <a:solidFill>
              <a:srgbClr val="E2E2E2"/>
            </a:solidFill>
            <a:prstDash val="solid"/>
          </a:ln>
        </p:spPr>
      </p:sp>
      <p:sp>
        <p:nvSpPr>
          <p:cNvPr id="124" name="Text 116"/>
          <p:cNvSpPr txBox="1"/>
          <p:nvPr/>
        </p:nvSpPr>
        <p:spPr>
          <a:xfrm>
            <a:off x="2928640" y="30509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125" name="Shape 117"/>
          <p:cNvSpPr/>
          <p:nvPr/>
        </p:nvSpPr>
        <p:spPr>
          <a:xfrm>
            <a:off x="3404128" y="3050987"/>
            <a:ext cx="548640" cy="119299"/>
          </a:xfrm>
          <a:prstGeom prst="rect">
            <a:avLst/>
          </a:prstGeom>
          <a:solidFill>
            <a:srgbClr val="FFFFFF"/>
          </a:solidFill>
          <a:ln w="6350">
            <a:solidFill>
              <a:srgbClr val="E2E2E2"/>
            </a:solidFill>
            <a:prstDash val="solid"/>
          </a:ln>
        </p:spPr>
      </p:sp>
      <p:sp>
        <p:nvSpPr>
          <p:cNvPr id="126" name="Text 118"/>
          <p:cNvSpPr txBox="1"/>
          <p:nvPr/>
        </p:nvSpPr>
        <p:spPr>
          <a:xfrm>
            <a:off x="3431560" y="3050987"/>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127" name="Shape 119"/>
          <p:cNvSpPr/>
          <p:nvPr/>
        </p:nvSpPr>
        <p:spPr>
          <a:xfrm>
            <a:off x="3952768" y="3050987"/>
            <a:ext cx="502920" cy="119299"/>
          </a:xfrm>
          <a:prstGeom prst="rect">
            <a:avLst/>
          </a:prstGeom>
          <a:solidFill>
            <a:srgbClr val="FFFFFF"/>
          </a:solidFill>
          <a:ln w="6350">
            <a:solidFill>
              <a:srgbClr val="E2E2E2"/>
            </a:solidFill>
            <a:prstDash val="solid"/>
          </a:ln>
        </p:spPr>
      </p:sp>
      <p:sp>
        <p:nvSpPr>
          <p:cNvPr id="128" name="Text 120"/>
          <p:cNvSpPr txBox="1"/>
          <p:nvPr/>
        </p:nvSpPr>
        <p:spPr>
          <a:xfrm>
            <a:off x="3980200" y="30509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50292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04/02</a:t>
            </a:r>
            <a:endParaRPr lang="en-US" sz="600" dirty="0"/>
          </a:p>
        </p:txBody>
      </p:sp>
      <p:sp>
        <p:nvSpPr>
          <p:cNvPr id="133" name="Shape 125"/>
          <p:cNvSpPr/>
          <p:nvPr/>
        </p:nvSpPr>
        <p:spPr>
          <a:xfrm>
            <a:off x="1346728" y="3170287"/>
            <a:ext cx="868680" cy="119299"/>
          </a:xfrm>
          <a:prstGeom prst="rect">
            <a:avLst/>
          </a:prstGeom>
          <a:solidFill>
            <a:srgbClr val="FFFFFF"/>
          </a:solidFill>
          <a:ln w="6350">
            <a:solidFill>
              <a:srgbClr val="E2E2E2"/>
            </a:solidFill>
            <a:prstDash val="solid"/>
          </a:ln>
        </p:spPr>
      </p:sp>
      <p:sp>
        <p:nvSpPr>
          <p:cNvPr id="134" name="Text 126"/>
          <p:cNvSpPr txBox="1"/>
          <p:nvPr/>
        </p:nvSpPr>
        <p:spPr>
          <a:xfrm>
            <a:off x="137416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Sirah Nabawiyah</a:t>
            </a:r>
            <a:endParaRPr lang="en-US" sz="600" dirty="0"/>
          </a:p>
        </p:txBody>
      </p:sp>
      <p:sp>
        <p:nvSpPr>
          <p:cNvPr id="135" name="Shape 127"/>
          <p:cNvSpPr/>
          <p:nvPr/>
        </p:nvSpPr>
        <p:spPr>
          <a:xfrm>
            <a:off x="2215408" y="3170287"/>
            <a:ext cx="685800" cy="119299"/>
          </a:xfrm>
          <a:prstGeom prst="rect">
            <a:avLst/>
          </a:prstGeom>
          <a:solidFill>
            <a:srgbClr val="FFFFFF"/>
          </a:solidFill>
          <a:ln w="6350">
            <a:solidFill>
              <a:srgbClr val="E2E2E2"/>
            </a:solidFill>
            <a:prstDash val="solid"/>
          </a:ln>
        </p:spPr>
      </p:sp>
      <p:sp>
        <p:nvSpPr>
          <p:cNvPr id="136" name="Text 128"/>
          <p:cNvSpPr txBox="1"/>
          <p:nvPr/>
        </p:nvSpPr>
        <p:spPr>
          <a:xfrm>
            <a:off x="224284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Penulis A</a:t>
            </a:r>
            <a:endParaRPr lang="en-US" sz="600" dirty="0"/>
          </a:p>
        </p:txBody>
      </p:sp>
      <p:sp>
        <p:nvSpPr>
          <p:cNvPr id="137" name="Shape 129"/>
          <p:cNvSpPr/>
          <p:nvPr/>
        </p:nvSpPr>
        <p:spPr>
          <a:xfrm>
            <a:off x="2901208" y="3170287"/>
            <a:ext cx="502920" cy="119299"/>
          </a:xfrm>
          <a:prstGeom prst="rect">
            <a:avLst/>
          </a:prstGeom>
          <a:solidFill>
            <a:srgbClr val="FFFFFF"/>
          </a:solidFill>
          <a:ln w="6350">
            <a:solidFill>
              <a:srgbClr val="E2E2E2"/>
            </a:solidFill>
            <a:prstDash val="solid"/>
          </a:ln>
        </p:spPr>
      </p:sp>
      <p:sp>
        <p:nvSpPr>
          <p:cNvPr id="138" name="Text 130"/>
          <p:cNvSpPr txBox="1"/>
          <p:nvPr/>
        </p:nvSpPr>
        <p:spPr>
          <a:xfrm>
            <a:off x="2928640" y="31702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39" name="Shape 131"/>
          <p:cNvSpPr/>
          <p:nvPr/>
        </p:nvSpPr>
        <p:spPr>
          <a:xfrm>
            <a:off x="3404128" y="3170287"/>
            <a:ext cx="548640" cy="119299"/>
          </a:xfrm>
          <a:prstGeom prst="rect">
            <a:avLst/>
          </a:prstGeom>
          <a:solidFill>
            <a:srgbClr val="FFFFFF"/>
          </a:solidFill>
          <a:ln w="6350">
            <a:solidFill>
              <a:srgbClr val="E2E2E2"/>
            </a:solidFill>
            <a:prstDash val="solid"/>
          </a:ln>
        </p:spPr>
      </p:sp>
      <p:sp>
        <p:nvSpPr>
          <p:cNvPr id="140" name="Text 132"/>
          <p:cNvSpPr txBox="1"/>
          <p:nvPr/>
        </p:nvSpPr>
        <p:spPr>
          <a:xfrm>
            <a:off x="3431560" y="3170287"/>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41" name="Shape 133"/>
          <p:cNvSpPr/>
          <p:nvPr/>
        </p:nvSpPr>
        <p:spPr>
          <a:xfrm>
            <a:off x="3952768" y="3170287"/>
            <a:ext cx="502920" cy="119299"/>
          </a:xfrm>
          <a:prstGeom prst="rect">
            <a:avLst/>
          </a:prstGeom>
          <a:solidFill>
            <a:srgbClr val="FFFFFF"/>
          </a:solidFill>
          <a:ln w="6350">
            <a:solidFill>
              <a:srgbClr val="E2E2E2"/>
            </a:solidFill>
            <a:prstDash val="solid"/>
          </a:ln>
        </p:spPr>
      </p:sp>
      <p:sp>
        <p:nvSpPr>
          <p:cNvPr id="142" name="Text 134"/>
          <p:cNvSpPr txBox="1"/>
          <p:nvPr/>
        </p:nvSpPr>
        <p:spPr>
          <a:xfrm>
            <a:off x="3980200" y="31702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502920" cy="119299"/>
          </a:xfrm>
          <a:prstGeom prst="rect">
            <a:avLst/>
          </a:prstGeom>
          <a:solidFill>
            <a:srgbClr val="FFFFFF"/>
          </a:solidFill>
          <a:ln w="6350">
            <a:solidFill>
              <a:srgbClr val="E2E2E2"/>
            </a:solidFill>
            <a:prstDash val="solid"/>
          </a:ln>
        </p:spPr>
      </p:sp>
      <p:sp>
        <p:nvSpPr>
          <p:cNvPr id="146" name="Shape 138"/>
          <p:cNvSpPr/>
          <p:nvPr/>
        </p:nvSpPr>
        <p:spPr>
          <a:xfrm>
            <a:off x="1346728" y="3289586"/>
            <a:ext cx="868680" cy="119299"/>
          </a:xfrm>
          <a:prstGeom prst="rect">
            <a:avLst/>
          </a:prstGeom>
          <a:solidFill>
            <a:srgbClr val="FFFFFF"/>
          </a:solidFill>
          <a:ln w="6350">
            <a:solidFill>
              <a:srgbClr val="E2E2E2"/>
            </a:solidFill>
            <a:prstDash val="solid"/>
          </a:ln>
        </p:spPr>
      </p:sp>
      <p:sp>
        <p:nvSpPr>
          <p:cNvPr id="147" name="Shape 139"/>
          <p:cNvSpPr/>
          <p:nvPr/>
        </p:nvSpPr>
        <p:spPr>
          <a:xfrm>
            <a:off x="2215408" y="3289586"/>
            <a:ext cx="685800" cy="119299"/>
          </a:xfrm>
          <a:prstGeom prst="rect">
            <a:avLst/>
          </a:prstGeom>
          <a:solidFill>
            <a:srgbClr val="FFFFFF"/>
          </a:solidFill>
          <a:ln w="6350">
            <a:solidFill>
              <a:srgbClr val="E2E2E2"/>
            </a:solidFill>
            <a:prstDash val="solid"/>
          </a:ln>
        </p:spPr>
      </p:sp>
      <p:sp>
        <p:nvSpPr>
          <p:cNvPr id="148" name="Shape 140"/>
          <p:cNvSpPr/>
          <p:nvPr/>
        </p:nvSpPr>
        <p:spPr>
          <a:xfrm>
            <a:off x="2901208" y="3289586"/>
            <a:ext cx="502920" cy="119299"/>
          </a:xfrm>
          <a:prstGeom prst="rect">
            <a:avLst/>
          </a:prstGeom>
          <a:solidFill>
            <a:srgbClr val="FFFFFF"/>
          </a:solidFill>
          <a:ln w="6350">
            <a:solidFill>
              <a:srgbClr val="E2E2E2"/>
            </a:solidFill>
            <a:prstDash val="solid"/>
          </a:ln>
        </p:spPr>
      </p:sp>
      <p:sp>
        <p:nvSpPr>
          <p:cNvPr id="149" name="Shape 141"/>
          <p:cNvSpPr/>
          <p:nvPr/>
        </p:nvSpPr>
        <p:spPr>
          <a:xfrm>
            <a:off x="3404128" y="3289586"/>
            <a:ext cx="548640" cy="119299"/>
          </a:xfrm>
          <a:prstGeom prst="rect">
            <a:avLst/>
          </a:prstGeom>
          <a:solidFill>
            <a:srgbClr val="FFFFFF"/>
          </a:solidFill>
          <a:ln w="6350">
            <a:solidFill>
              <a:srgbClr val="E2E2E2"/>
            </a:solidFill>
            <a:prstDash val="solid"/>
          </a:ln>
        </p:spPr>
      </p:sp>
      <p:sp>
        <p:nvSpPr>
          <p:cNvPr id="150" name="Shape 142"/>
          <p:cNvSpPr/>
          <p:nvPr/>
        </p:nvSpPr>
        <p:spPr>
          <a:xfrm>
            <a:off x="3952768" y="3289586"/>
            <a:ext cx="502920" cy="119299"/>
          </a:xfrm>
          <a:prstGeom prst="rect">
            <a:avLst/>
          </a:prstGeom>
          <a:solidFill>
            <a:srgbClr val="FFFFFF"/>
          </a:solidFill>
          <a:ln w="6350">
            <a:solidFill>
              <a:srgbClr val="E2E2E2"/>
            </a:solidFill>
            <a:prstDash val="solid"/>
          </a:ln>
        </p:spPr>
      </p:sp>
      <p:sp>
        <p:nvSpPr>
          <p:cNvPr id="151" name="Shape 143"/>
          <p:cNvSpPr/>
          <p:nvPr/>
        </p:nvSpPr>
        <p:spPr>
          <a:xfrm>
            <a:off x="587776" y="3408885"/>
            <a:ext cx="256032" cy="119299"/>
          </a:xfrm>
          <a:prstGeom prst="rect">
            <a:avLst/>
          </a:prstGeom>
          <a:solidFill>
            <a:srgbClr val="F8F9FA"/>
          </a:solidFill>
          <a:ln w="6350">
            <a:solidFill>
              <a:srgbClr val="DDDDDD"/>
            </a:solidFill>
            <a:prstDash val="solid"/>
          </a:ln>
        </p:spPr>
      </p:sp>
      <p:sp>
        <p:nvSpPr>
          <p:cNvPr id="152" name="Text 14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3" name="Shape 145"/>
          <p:cNvSpPr/>
          <p:nvPr/>
        </p:nvSpPr>
        <p:spPr>
          <a:xfrm>
            <a:off x="843808" y="3408885"/>
            <a:ext cx="502920" cy="119299"/>
          </a:xfrm>
          <a:prstGeom prst="rect">
            <a:avLst/>
          </a:prstGeom>
          <a:solidFill>
            <a:srgbClr val="FFFFFF"/>
          </a:solidFill>
          <a:ln w="6350">
            <a:solidFill>
              <a:srgbClr val="E2E2E2"/>
            </a:solidFill>
            <a:prstDash val="solid"/>
          </a:ln>
        </p:spPr>
      </p:sp>
      <p:sp>
        <p:nvSpPr>
          <p:cNvPr id="154" name="Shape 146"/>
          <p:cNvSpPr/>
          <p:nvPr/>
        </p:nvSpPr>
        <p:spPr>
          <a:xfrm>
            <a:off x="1346728" y="3408885"/>
            <a:ext cx="868680" cy="119299"/>
          </a:xfrm>
          <a:prstGeom prst="rect">
            <a:avLst/>
          </a:prstGeom>
          <a:solidFill>
            <a:srgbClr val="FFFFFF"/>
          </a:solidFill>
          <a:ln w="6350">
            <a:solidFill>
              <a:srgbClr val="E2E2E2"/>
            </a:solidFill>
            <a:prstDash val="solid"/>
          </a:ln>
        </p:spPr>
      </p:sp>
      <p:sp>
        <p:nvSpPr>
          <p:cNvPr id="155" name="Shape 147"/>
          <p:cNvSpPr/>
          <p:nvPr/>
        </p:nvSpPr>
        <p:spPr>
          <a:xfrm>
            <a:off x="2215408" y="3408885"/>
            <a:ext cx="685800" cy="119299"/>
          </a:xfrm>
          <a:prstGeom prst="rect">
            <a:avLst/>
          </a:prstGeom>
          <a:solidFill>
            <a:srgbClr val="FFFFFF"/>
          </a:solidFill>
          <a:ln w="6350">
            <a:solidFill>
              <a:srgbClr val="E2E2E2"/>
            </a:solidFill>
            <a:prstDash val="solid"/>
          </a:ln>
        </p:spPr>
      </p:sp>
      <p:sp>
        <p:nvSpPr>
          <p:cNvPr id="156" name="Shape 148"/>
          <p:cNvSpPr/>
          <p:nvPr/>
        </p:nvSpPr>
        <p:spPr>
          <a:xfrm>
            <a:off x="2901208" y="3408885"/>
            <a:ext cx="502920" cy="119299"/>
          </a:xfrm>
          <a:prstGeom prst="rect">
            <a:avLst/>
          </a:prstGeom>
          <a:solidFill>
            <a:srgbClr val="FFFFFF"/>
          </a:solidFill>
          <a:ln w="6350">
            <a:solidFill>
              <a:srgbClr val="E2E2E2"/>
            </a:solidFill>
            <a:prstDash val="solid"/>
          </a:ln>
        </p:spPr>
      </p:sp>
      <p:sp>
        <p:nvSpPr>
          <p:cNvPr id="157" name="Shape 149"/>
          <p:cNvSpPr/>
          <p:nvPr/>
        </p:nvSpPr>
        <p:spPr>
          <a:xfrm>
            <a:off x="3404128" y="3408885"/>
            <a:ext cx="548640" cy="119299"/>
          </a:xfrm>
          <a:prstGeom prst="rect">
            <a:avLst/>
          </a:prstGeom>
          <a:solidFill>
            <a:srgbClr val="FFFFFF"/>
          </a:solidFill>
          <a:ln w="6350">
            <a:solidFill>
              <a:srgbClr val="E2E2E2"/>
            </a:solidFill>
            <a:prstDash val="solid"/>
          </a:ln>
        </p:spPr>
      </p:sp>
      <p:sp>
        <p:nvSpPr>
          <p:cNvPr id="158" name="Shape 150"/>
          <p:cNvSpPr/>
          <p:nvPr/>
        </p:nvSpPr>
        <p:spPr>
          <a:xfrm>
            <a:off x="3952768" y="3408885"/>
            <a:ext cx="502920" cy="119299"/>
          </a:xfrm>
          <a:prstGeom prst="rect">
            <a:avLst/>
          </a:prstGeom>
          <a:solidFill>
            <a:srgbClr val="FFFFFF"/>
          </a:solidFill>
          <a:ln w="6350">
            <a:solidFill>
              <a:srgbClr val="E2E2E2"/>
            </a:solidFill>
            <a:prstDash val="solid"/>
          </a:ln>
        </p:spPr>
      </p:sp>
      <p:sp>
        <p:nvSpPr>
          <p:cNvPr id="159" name="Shape 151"/>
          <p:cNvSpPr/>
          <p:nvPr/>
        </p:nvSpPr>
        <p:spPr>
          <a:xfrm>
            <a:off x="587776" y="3528185"/>
            <a:ext cx="256032" cy="119299"/>
          </a:xfrm>
          <a:prstGeom prst="rect">
            <a:avLst/>
          </a:prstGeom>
          <a:solidFill>
            <a:srgbClr val="F8F9FA"/>
          </a:solidFill>
          <a:ln w="6350">
            <a:solidFill>
              <a:srgbClr val="DDDDDD"/>
            </a:solidFill>
            <a:prstDash val="solid"/>
          </a:ln>
        </p:spPr>
      </p:sp>
      <p:sp>
        <p:nvSpPr>
          <p:cNvPr id="160" name="Text 15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61" name="Shape 153"/>
          <p:cNvSpPr/>
          <p:nvPr/>
        </p:nvSpPr>
        <p:spPr>
          <a:xfrm>
            <a:off x="843808" y="3528185"/>
            <a:ext cx="502920" cy="119299"/>
          </a:xfrm>
          <a:prstGeom prst="rect">
            <a:avLst/>
          </a:prstGeom>
          <a:solidFill>
            <a:srgbClr val="FFFFFF"/>
          </a:solidFill>
          <a:ln w="6350">
            <a:solidFill>
              <a:srgbClr val="E2E2E2"/>
            </a:solidFill>
            <a:prstDash val="solid"/>
          </a:ln>
        </p:spPr>
      </p:sp>
      <p:sp>
        <p:nvSpPr>
          <p:cNvPr id="162" name="Shape 154"/>
          <p:cNvSpPr/>
          <p:nvPr/>
        </p:nvSpPr>
        <p:spPr>
          <a:xfrm>
            <a:off x="1346728" y="3528185"/>
            <a:ext cx="868680" cy="119299"/>
          </a:xfrm>
          <a:prstGeom prst="rect">
            <a:avLst/>
          </a:prstGeom>
          <a:solidFill>
            <a:srgbClr val="FFFFFF"/>
          </a:solidFill>
          <a:ln w="6350">
            <a:solidFill>
              <a:srgbClr val="E2E2E2"/>
            </a:solidFill>
            <a:prstDash val="solid"/>
          </a:ln>
        </p:spPr>
      </p:sp>
      <p:sp>
        <p:nvSpPr>
          <p:cNvPr id="163" name="Shape 155"/>
          <p:cNvSpPr/>
          <p:nvPr/>
        </p:nvSpPr>
        <p:spPr>
          <a:xfrm>
            <a:off x="2215408" y="3528185"/>
            <a:ext cx="685800" cy="119299"/>
          </a:xfrm>
          <a:prstGeom prst="rect">
            <a:avLst/>
          </a:prstGeom>
          <a:solidFill>
            <a:srgbClr val="FFFFFF"/>
          </a:solidFill>
          <a:ln w="6350">
            <a:solidFill>
              <a:srgbClr val="E2E2E2"/>
            </a:solidFill>
            <a:prstDash val="solid"/>
          </a:ln>
        </p:spPr>
      </p:sp>
      <p:sp>
        <p:nvSpPr>
          <p:cNvPr id="164" name="Shape 156"/>
          <p:cNvSpPr/>
          <p:nvPr/>
        </p:nvSpPr>
        <p:spPr>
          <a:xfrm>
            <a:off x="2901208" y="3528185"/>
            <a:ext cx="502920" cy="119299"/>
          </a:xfrm>
          <a:prstGeom prst="rect">
            <a:avLst/>
          </a:prstGeom>
          <a:solidFill>
            <a:srgbClr val="FFFFFF"/>
          </a:solidFill>
          <a:ln w="6350">
            <a:solidFill>
              <a:srgbClr val="E2E2E2"/>
            </a:solidFill>
            <a:prstDash val="solid"/>
          </a:ln>
        </p:spPr>
      </p:sp>
      <p:sp>
        <p:nvSpPr>
          <p:cNvPr id="165" name="Shape 157"/>
          <p:cNvSpPr/>
          <p:nvPr/>
        </p:nvSpPr>
        <p:spPr>
          <a:xfrm>
            <a:off x="3404128" y="3528185"/>
            <a:ext cx="548640" cy="119299"/>
          </a:xfrm>
          <a:prstGeom prst="rect">
            <a:avLst/>
          </a:prstGeom>
          <a:solidFill>
            <a:srgbClr val="FFFFFF"/>
          </a:solidFill>
          <a:ln w="6350">
            <a:solidFill>
              <a:srgbClr val="E2E2E2"/>
            </a:solidFill>
            <a:prstDash val="solid"/>
          </a:ln>
        </p:spPr>
      </p:sp>
      <p:sp>
        <p:nvSpPr>
          <p:cNvPr id="166" name="Shape 158"/>
          <p:cNvSpPr/>
          <p:nvPr/>
        </p:nvSpPr>
        <p:spPr>
          <a:xfrm>
            <a:off x="3952768" y="3528185"/>
            <a:ext cx="502920" cy="119299"/>
          </a:xfrm>
          <a:prstGeom prst="rect">
            <a:avLst/>
          </a:prstGeom>
          <a:solidFill>
            <a:srgbClr val="FFFFFF"/>
          </a:solidFill>
          <a:ln w="6350">
            <a:solidFill>
              <a:srgbClr val="E2E2E2"/>
            </a:solidFill>
            <a:prstDash val="solid"/>
          </a:ln>
        </p:spPr>
      </p:sp>
      <p:sp>
        <p:nvSpPr>
          <p:cNvPr id="167" name="Shape 159"/>
          <p:cNvSpPr/>
          <p:nvPr/>
        </p:nvSpPr>
        <p:spPr>
          <a:xfrm>
            <a:off x="587776" y="3647484"/>
            <a:ext cx="256032" cy="119299"/>
          </a:xfrm>
          <a:prstGeom prst="rect">
            <a:avLst/>
          </a:prstGeom>
          <a:solidFill>
            <a:srgbClr val="F8F9FA"/>
          </a:solidFill>
          <a:ln w="6350">
            <a:solidFill>
              <a:srgbClr val="DDDDDD"/>
            </a:solidFill>
            <a:prstDash val="solid"/>
          </a:ln>
        </p:spPr>
      </p:sp>
      <p:sp>
        <p:nvSpPr>
          <p:cNvPr id="168" name="Text 16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69" name="Shape 161"/>
          <p:cNvSpPr/>
          <p:nvPr/>
        </p:nvSpPr>
        <p:spPr>
          <a:xfrm>
            <a:off x="843808" y="3647484"/>
            <a:ext cx="502920" cy="119299"/>
          </a:xfrm>
          <a:prstGeom prst="rect">
            <a:avLst/>
          </a:prstGeom>
          <a:solidFill>
            <a:srgbClr val="FFFFFF"/>
          </a:solidFill>
          <a:ln w="6350">
            <a:solidFill>
              <a:srgbClr val="E2E2E2"/>
            </a:solidFill>
            <a:prstDash val="solid"/>
          </a:ln>
        </p:spPr>
      </p:sp>
      <p:sp>
        <p:nvSpPr>
          <p:cNvPr id="170" name="Shape 162"/>
          <p:cNvSpPr/>
          <p:nvPr/>
        </p:nvSpPr>
        <p:spPr>
          <a:xfrm>
            <a:off x="1346728" y="3647484"/>
            <a:ext cx="868680" cy="119299"/>
          </a:xfrm>
          <a:prstGeom prst="rect">
            <a:avLst/>
          </a:prstGeom>
          <a:solidFill>
            <a:srgbClr val="FFFFFF"/>
          </a:solidFill>
          <a:ln w="6350">
            <a:solidFill>
              <a:srgbClr val="E2E2E2"/>
            </a:solidFill>
            <a:prstDash val="solid"/>
          </a:ln>
        </p:spPr>
      </p:sp>
      <p:sp>
        <p:nvSpPr>
          <p:cNvPr id="171" name="Shape 163"/>
          <p:cNvSpPr/>
          <p:nvPr/>
        </p:nvSpPr>
        <p:spPr>
          <a:xfrm>
            <a:off x="2215408" y="3647484"/>
            <a:ext cx="685800" cy="119299"/>
          </a:xfrm>
          <a:prstGeom prst="rect">
            <a:avLst/>
          </a:prstGeom>
          <a:solidFill>
            <a:srgbClr val="FFFFFF"/>
          </a:solidFill>
          <a:ln w="6350">
            <a:solidFill>
              <a:srgbClr val="E2E2E2"/>
            </a:solidFill>
            <a:prstDash val="solid"/>
          </a:ln>
        </p:spPr>
      </p:sp>
      <p:sp>
        <p:nvSpPr>
          <p:cNvPr id="172" name="Shape 164"/>
          <p:cNvSpPr/>
          <p:nvPr/>
        </p:nvSpPr>
        <p:spPr>
          <a:xfrm>
            <a:off x="2901208" y="3647484"/>
            <a:ext cx="502920" cy="119299"/>
          </a:xfrm>
          <a:prstGeom prst="rect">
            <a:avLst/>
          </a:prstGeom>
          <a:solidFill>
            <a:srgbClr val="FFFFFF"/>
          </a:solidFill>
          <a:ln w="6350">
            <a:solidFill>
              <a:srgbClr val="E2E2E2"/>
            </a:solidFill>
            <a:prstDash val="solid"/>
          </a:ln>
        </p:spPr>
      </p:sp>
      <p:sp>
        <p:nvSpPr>
          <p:cNvPr id="173" name="Shape 165"/>
          <p:cNvSpPr/>
          <p:nvPr/>
        </p:nvSpPr>
        <p:spPr>
          <a:xfrm>
            <a:off x="3404128" y="3647484"/>
            <a:ext cx="548640" cy="119299"/>
          </a:xfrm>
          <a:prstGeom prst="rect">
            <a:avLst/>
          </a:prstGeom>
          <a:solidFill>
            <a:srgbClr val="FFFFFF"/>
          </a:solidFill>
          <a:ln w="6350">
            <a:solidFill>
              <a:srgbClr val="E2E2E2"/>
            </a:solidFill>
            <a:prstDash val="solid"/>
          </a:ln>
        </p:spPr>
      </p:sp>
      <p:sp>
        <p:nvSpPr>
          <p:cNvPr id="174" name="Shape 166"/>
          <p:cNvSpPr/>
          <p:nvPr/>
        </p:nvSpPr>
        <p:spPr>
          <a:xfrm>
            <a:off x="3952768" y="3647484"/>
            <a:ext cx="502920" cy="119299"/>
          </a:xfrm>
          <a:prstGeom prst="rect">
            <a:avLst/>
          </a:prstGeom>
          <a:solidFill>
            <a:srgbClr val="FFFFFF"/>
          </a:solidFill>
          <a:ln w="6350">
            <a:solidFill>
              <a:srgbClr val="E2E2E2"/>
            </a:solidFill>
            <a:prstDash val="solid"/>
          </a:ln>
        </p:spPr>
      </p:sp>
      <p:sp>
        <p:nvSpPr>
          <p:cNvPr id="175" name="Shape 167"/>
          <p:cNvSpPr/>
          <p:nvPr/>
        </p:nvSpPr>
        <p:spPr>
          <a:xfrm>
            <a:off x="587776" y="3794216"/>
            <a:ext cx="4950927" cy="201168"/>
          </a:xfrm>
          <a:prstGeom prst="rect">
            <a:avLst/>
          </a:prstGeom>
          <a:solidFill>
            <a:srgbClr val="F8F9FA"/>
          </a:solidFill>
          <a:ln w="12700">
            <a:solidFill>
              <a:srgbClr val="F8F9FA"/>
            </a:solidFill>
            <a:prstDash val="solid"/>
          </a:ln>
        </p:spPr>
      </p:sp>
      <p:sp>
        <p:nvSpPr>
          <p:cNvPr id="176" name="Text 16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77" name="Shape 169"/>
          <p:cNvSpPr/>
          <p:nvPr/>
        </p:nvSpPr>
        <p:spPr>
          <a:xfrm>
            <a:off x="1136416" y="3794216"/>
            <a:ext cx="731520" cy="201168"/>
          </a:xfrm>
          <a:prstGeom prst="rect">
            <a:avLst/>
          </a:prstGeom>
          <a:solidFill>
            <a:srgbClr val="E1EFFE"/>
          </a:solidFill>
          <a:ln w="12700">
            <a:solidFill>
              <a:srgbClr val="E1EFFE"/>
            </a:solidFill>
            <a:prstDash val="solid"/>
          </a:ln>
        </p:spPr>
      </p:sp>
      <p:sp>
        <p:nvSpPr>
          <p:cNvPr id="178" name="Text 170"/>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79" name="Shape 171"/>
          <p:cNvSpPr/>
          <p:nvPr/>
        </p:nvSpPr>
        <p:spPr>
          <a:xfrm>
            <a:off x="1328440" y="2794100"/>
            <a:ext cx="1591056" cy="513774"/>
          </a:xfrm>
          <a:prstGeom prst="roundRect">
            <a:avLst>
              <a:gd name="adj" fmla="val 8899"/>
            </a:avLst>
          </a:prstGeom>
          <a:solidFill>
            <a:srgbClr val="FFFFFF">
              <a:alpha val="0"/>
            </a:srgbClr>
          </a:solidFill>
          <a:ln w="31750">
            <a:solidFill>
              <a:srgbClr val="E53935"/>
            </a:solidFill>
            <a:prstDash val="solid"/>
          </a:ln>
        </p:spPr>
      </p:sp>
      <p:sp>
        <p:nvSpPr>
          <p:cNvPr id="180" name="Shape 172"/>
          <p:cNvSpPr/>
          <p:nvPr/>
        </p:nvSpPr>
        <p:spPr>
          <a:xfrm>
            <a:off x="2782336" y="2656940"/>
            <a:ext cx="274320" cy="274320"/>
          </a:xfrm>
          <a:prstGeom prst="ellipse">
            <a:avLst/>
          </a:prstGeom>
          <a:solidFill>
            <a:srgbClr val="E53935"/>
          </a:solidFill>
          <a:ln w="12700">
            <a:solidFill>
              <a:srgbClr val="FFFFFF"/>
            </a:solidFill>
            <a:prstDash val="solid"/>
          </a:ln>
        </p:spPr>
      </p:sp>
      <p:sp>
        <p:nvSpPr>
          <p:cNvPr id="181" name="Text 173"/>
          <p:cNvSpPr txBox="1"/>
          <p:nvPr/>
        </p:nvSpPr>
        <p:spPr>
          <a:xfrm>
            <a:off x="278233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82" name="Image 6" descr="preencoded.png">    </p:cNvPr>
          <p:cNvPicPr>
            <a:picLocks noChangeAspect="1"/>
          </p:cNvPicPr>
          <p:nvPr/>
        </p:nvPicPr>
        <p:blipFill>
          <a:blip r:embed="rId7"/>
          <a:stretch>
            <a:fillRect/>
          </a:stretch>
        </p:blipFill>
        <p:spPr>
          <a:xfrm>
            <a:off x="2201692" y="3074847"/>
            <a:ext cx="237744" cy="237744"/>
          </a:xfrm>
          <a:prstGeom prst="rect">
            <a:avLst/>
          </a:prstGeom>
        </p:spPr>
      </p:pic>
      <p:sp>
        <p:nvSpPr>
          <p:cNvPr id="183" name="Shape 174"/>
          <p:cNvSpPr/>
          <p:nvPr/>
        </p:nvSpPr>
        <p:spPr>
          <a:xfrm>
            <a:off x="3385840" y="2794100"/>
            <a:ext cx="1088136" cy="513774"/>
          </a:xfrm>
          <a:prstGeom prst="roundRect">
            <a:avLst>
              <a:gd name="adj" fmla="val 8899"/>
            </a:avLst>
          </a:prstGeom>
          <a:solidFill>
            <a:srgbClr val="FFFFFF">
              <a:alpha val="0"/>
            </a:srgbClr>
          </a:solidFill>
          <a:ln w="31750">
            <a:solidFill>
              <a:srgbClr val="E53935"/>
            </a:solidFill>
            <a:prstDash val="solid"/>
          </a:ln>
        </p:spPr>
      </p:sp>
      <p:sp>
        <p:nvSpPr>
          <p:cNvPr id="184" name="Shape 175"/>
          <p:cNvSpPr/>
          <p:nvPr/>
        </p:nvSpPr>
        <p:spPr>
          <a:xfrm>
            <a:off x="4336816" y="2656940"/>
            <a:ext cx="274320" cy="274320"/>
          </a:xfrm>
          <a:prstGeom prst="ellipse">
            <a:avLst/>
          </a:prstGeom>
          <a:solidFill>
            <a:srgbClr val="E53935"/>
          </a:solidFill>
          <a:ln w="12700">
            <a:solidFill>
              <a:srgbClr val="FFFFFF"/>
            </a:solidFill>
            <a:prstDash val="solid"/>
          </a:ln>
        </p:spPr>
      </p:sp>
      <p:sp>
        <p:nvSpPr>
          <p:cNvPr id="185" name="Text 176"/>
          <p:cNvSpPr txBox="1"/>
          <p:nvPr/>
        </p:nvSpPr>
        <p:spPr>
          <a:xfrm>
            <a:off x="433681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86" name="Image 7" descr="preencoded.png">    </p:cNvPr>
          <p:cNvPicPr>
            <a:picLocks noChangeAspect="1"/>
          </p:cNvPicPr>
          <p:nvPr/>
        </p:nvPicPr>
        <p:blipFill>
          <a:blip r:embed="rId8"/>
          <a:stretch>
            <a:fillRect/>
          </a:stretch>
        </p:blipFill>
        <p:spPr>
          <a:xfrm>
            <a:off x="3982486" y="3074847"/>
            <a:ext cx="237744" cy="237744"/>
          </a:xfrm>
          <a:prstGeom prst="rect">
            <a:avLst/>
          </a:prstGeom>
        </p:spPr>
      </p:pic>
      <p:sp>
        <p:nvSpPr>
          <p:cNvPr id="187" name="Text 17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88" name="Text 17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Latihan: pecah tabel peminjaman buku</a:t>
            </a:r>
            <a:endParaRPr lang="en-US" sz="1800" dirty="0"/>
          </a:p>
        </p:txBody>
      </p:sp>
      <p:sp>
        <p:nvSpPr>
          <p:cNvPr id="189" name="Text 17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menampilkan tabel besar peminjaman buku (judul, pengarang, kode santri, nama, tanggal pinjam). Kelompok menandai kolom yang berulang.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Latihan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502920" y="1051560"/>
            <a:ext cx="5120640" cy="3611880"/>
          </a:xfrm>
          <a:prstGeom prst="rect">
            <a:avLst/>
          </a:prstGeom>
          <a:solidFill>
            <a:srgbClr val="FFFFFF"/>
          </a:solidFill>
          <a:ln w="12700">
            <a:solidFill>
              <a:srgbClr val="BBBBBB"/>
            </a:solidFill>
            <a:prstDash val="solid"/>
          </a:ln>
        </p:spPr>
      </p:sp>
      <p:sp>
        <p:nvSpPr>
          <p:cNvPr id="10" name="Shape 6"/>
          <p:cNvSpPr/>
          <p:nvPr/>
        </p:nvSpPr>
        <p:spPr>
          <a:xfrm>
            <a:off x="685800" y="1600200"/>
            <a:ext cx="1508760" cy="1463040"/>
          </a:xfrm>
          <a:prstGeom prst="rect">
            <a:avLst/>
          </a:prstGeom>
          <a:solidFill>
            <a:srgbClr val="FFFFFF"/>
          </a:solidFill>
          <a:ln w="15875">
            <a:solidFill>
              <a:srgbClr val="333333"/>
            </a:solidFill>
            <a:prstDash val="solid"/>
          </a:ln>
        </p:spPr>
      </p:sp>
      <p:sp>
        <p:nvSpPr>
          <p:cNvPr id="11" name="Shape 7"/>
          <p:cNvSpPr/>
          <p:nvPr/>
        </p:nvSpPr>
        <p:spPr>
          <a:xfrm>
            <a:off x="685800" y="1600200"/>
            <a:ext cx="1508760" cy="347472"/>
          </a:xfrm>
          <a:prstGeom prst="rect">
            <a:avLst/>
          </a:prstGeom>
          <a:solidFill>
            <a:srgbClr val="E0E0E0"/>
          </a:solidFill>
          <a:ln w="12700">
            <a:solidFill>
              <a:srgbClr val="E0E0E0"/>
            </a:solidFill>
            <a:prstDash val="solid"/>
          </a:ln>
        </p:spPr>
      </p:sp>
      <p:sp>
        <p:nvSpPr>
          <p:cNvPr id="12" name="Text 8"/>
          <p:cNvSpPr txBox="1"/>
          <p:nvPr/>
        </p:nvSpPr>
        <p:spPr>
          <a:xfrm>
            <a:off x="685800" y="1600200"/>
            <a:ext cx="1508760" cy="347472"/>
          </a:xfrm>
          <a:prstGeom prst="rect">
            <a:avLst/>
          </a:prstGeom>
          <a:noFill/>
          <a:ln/>
        </p:spPr>
        <p:txBody>
          <a:bodyPr wrap="square" lIns="0" tIns="0" rIns="0" bIns="0" rtlCol="0" anchor="ctr"/>
          <a:lstStyle/>
          <a:p>
            <a:pPr algn="ctr" indent="0" marL="0">
              <a:buNone/>
            </a:pPr>
            <a:r>
              <a:rPr lang="en-US" sz="1100" b="1" dirty="0">
                <a:solidFill>
                  <a:srgbClr val="1E2A26"/>
                </a:solidFill>
                <a:latin typeface="Arial" pitchFamily="34" charset="0"/>
                <a:ea typeface="Arial" pitchFamily="34" charset="-122"/>
                <a:cs typeface="Arial" pitchFamily="34" charset="-120"/>
              </a:rPr>
              <a:t>BUKU</a:t>
            </a:r>
            <a:endParaRPr lang="en-US" sz="1100" dirty="0"/>
          </a:p>
        </p:txBody>
      </p:sp>
      <p:sp>
        <p:nvSpPr>
          <p:cNvPr id="13" name="Text 9"/>
          <p:cNvSpPr txBox="1"/>
          <p:nvPr/>
        </p:nvSpPr>
        <p:spPr>
          <a:xfrm>
            <a:off x="777240" y="2011680"/>
            <a:ext cx="1371600" cy="292608"/>
          </a:xfrm>
          <a:prstGeom prst="rect">
            <a:avLst/>
          </a:prstGeom>
          <a:noFill/>
          <a:ln/>
        </p:spPr>
        <p:txBody>
          <a:bodyPr wrap="square" lIns="0" tIns="0" rIns="0" bIns="0" rtlCol="0" anchor="t"/>
          <a:lstStyle/>
          <a:p>
            <a:pPr indent="0" marL="0">
              <a:buNone/>
            </a:pPr>
            <a:r>
              <a:rPr lang="en-US" sz="1000" b="1" dirty="0">
                <a:solidFill>
                  <a:srgbClr val="1155CC"/>
                </a:solidFill>
                <a:latin typeface="Arial" pitchFamily="34" charset="0"/>
                <a:ea typeface="Arial" pitchFamily="34" charset="-122"/>
                <a:cs typeface="Arial" pitchFamily="34" charset="-120"/>
              </a:rPr>
              <a:t>KodeBuku (PK)</a:t>
            </a:r>
            <a:endParaRPr lang="en-US" sz="1000" dirty="0"/>
          </a:p>
        </p:txBody>
      </p:sp>
      <p:sp>
        <p:nvSpPr>
          <p:cNvPr id="14" name="Text 10"/>
          <p:cNvSpPr txBox="1"/>
          <p:nvPr/>
        </p:nvSpPr>
        <p:spPr>
          <a:xfrm>
            <a:off x="777240" y="2340864"/>
            <a:ext cx="1371600" cy="292608"/>
          </a:xfrm>
          <a:prstGeom prst="rect">
            <a:avLst/>
          </a:prstGeom>
          <a:noFill/>
          <a:ln/>
        </p:spPr>
        <p:txBody>
          <a:bodyPr wrap="square" lIns="0" tIns="0" rIns="0" bIns="0" rtlCol="0" anchor="t"/>
          <a:lstStyle/>
          <a:p>
            <a:pPr indent="0" marL="0">
              <a:buNone/>
            </a:pPr>
            <a:r>
              <a:rPr lang="en-US" sz="1000" dirty="0">
                <a:solidFill>
                  <a:srgbClr val="1155CC"/>
                </a:solidFill>
                <a:latin typeface="Arial" pitchFamily="34" charset="0"/>
                <a:ea typeface="Arial" pitchFamily="34" charset="-122"/>
                <a:cs typeface="Arial" pitchFamily="34" charset="-120"/>
              </a:rPr>
              <a:t>Judul</a:t>
            </a:r>
            <a:endParaRPr lang="en-US" sz="1000" dirty="0"/>
          </a:p>
        </p:txBody>
      </p:sp>
      <p:sp>
        <p:nvSpPr>
          <p:cNvPr id="15" name="Text 11"/>
          <p:cNvSpPr txBox="1"/>
          <p:nvPr/>
        </p:nvSpPr>
        <p:spPr>
          <a:xfrm>
            <a:off x="777240" y="2670048"/>
            <a:ext cx="1371600" cy="292608"/>
          </a:xfrm>
          <a:prstGeom prst="rect">
            <a:avLst/>
          </a:prstGeom>
          <a:noFill/>
          <a:ln/>
        </p:spPr>
        <p:txBody>
          <a:bodyPr wrap="square" lIns="0" tIns="0" rIns="0" bIns="0" rtlCol="0" anchor="t"/>
          <a:lstStyle/>
          <a:p>
            <a:pPr indent="0" marL="0">
              <a:buNone/>
            </a:pPr>
            <a:r>
              <a:rPr lang="en-US" sz="1000" dirty="0">
                <a:solidFill>
                  <a:srgbClr val="1155CC"/>
                </a:solidFill>
                <a:latin typeface="Arial" pitchFamily="34" charset="0"/>
                <a:ea typeface="Arial" pitchFamily="34" charset="-122"/>
                <a:cs typeface="Arial" pitchFamily="34" charset="-120"/>
              </a:rPr>
              <a:t>Pengarang</a:t>
            </a:r>
            <a:endParaRPr lang="en-US" sz="1000" dirty="0"/>
          </a:p>
        </p:txBody>
      </p:sp>
      <p:sp>
        <p:nvSpPr>
          <p:cNvPr id="16" name="Shape 12"/>
          <p:cNvSpPr/>
          <p:nvPr/>
        </p:nvSpPr>
        <p:spPr>
          <a:xfrm>
            <a:off x="2377440" y="1600200"/>
            <a:ext cx="1508760" cy="1463040"/>
          </a:xfrm>
          <a:prstGeom prst="rect">
            <a:avLst/>
          </a:prstGeom>
          <a:solidFill>
            <a:srgbClr val="FFFFFF"/>
          </a:solidFill>
          <a:ln w="15875">
            <a:solidFill>
              <a:srgbClr val="333333"/>
            </a:solidFill>
            <a:prstDash val="solid"/>
          </a:ln>
        </p:spPr>
      </p:sp>
      <p:sp>
        <p:nvSpPr>
          <p:cNvPr id="17" name="Shape 13"/>
          <p:cNvSpPr/>
          <p:nvPr/>
        </p:nvSpPr>
        <p:spPr>
          <a:xfrm>
            <a:off x="2377440" y="1600200"/>
            <a:ext cx="1508760" cy="347472"/>
          </a:xfrm>
          <a:prstGeom prst="rect">
            <a:avLst/>
          </a:prstGeom>
          <a:solidFill>
            <a:srgbClr val="E0E0E0"/>
          </a:solidFill>
          <a:ln w="12700">
            <a:solidFill>
              <a:srgbClr val="E0E0E0"/>
            </a:solidFill>
            <a:prstDash val="solid"/>
          </a:ln>
        </p:spPr>
      </p:sp>
      <p:sp>
        <p:nvSpPr>
          <p:cNvPr id="18" name="Text 14"/>
          <p:cNvSpPr txBox="1"/>
          <p:nvPr/>
        </p:nvSpPr>
        <p:spPr>
          <a:xfrm>
            <a:off x="2377440" y="1600200"/>
            <a:ext cx="1508760" cy="347472"/>
          </a:xfrm>
          <a:prstGeom prst="rect">
            <a:avLst/>
          </a:prstGeom>
          <a:noFill/>
          <a:ln/>
        </p:spPr>
        <p:txBody>
          <a:bodyPr wrap="square" lIns="0" tIns="0" rIns="0" bIns="0" rtlCol="0" anchor="ctr"/>
          <a:lstStyle/>
          <a:p>
            <a:pPr algn="ctr" indent="0" marL="0">
              <a:buNone/>
            </a:pPr>
            <a:r>
              <a:rPr lang="en-US" sz="1100" b="1" dirty="0">
                <a:solidFill>
                  <a:srgbClr val="1E2A26"/>
                </a:solidFill>
                <a:latin typeface="Arial" pitchFamily="34" charset="0"/>
                <a:ea typeface="Arial" pitchFamily="34" charset="-122"/>
                <a:cs typeface="Arial" pitchFamily="34" charset="-120"/>
              </a:rPr>
              <a:t>PEMINJAMAN</a:t>
            </a:r>
            <a:endParaRPr lang="en-US" sz="1100" dirty="0"/>
          </a:p>
        </p:txBody>
      </p:sp>
      <p:sp>
        <p:nvSpPr>
          <p:cNvPr id="19" name="Text 15"/>
          <p:cNvSpPr txBox="1"/>
          <p:nvPr/>
        </p:nvSpPr>
        <p:spPr>
          <a:xfrm>
            <a:off x="2468880" y="2011680"/>
            <a:ext cx="1371600" cy="292608"/>
          </a:xfrm>
          <a:prstGeom prst="rect">
            <a:avLst/>
          </a:prstGeom>
          <a:noFill/>
          <a:ln/>
        </p:spPr>
        <p:txBody>
          <a:bodyPr wrap="square" lIns="0" tIns="0" rIns="0" bIns="0" rtlCol="0" anchor="t"/>
          <a:lstStyle/>
          <a:p>
            <a:pPr indent="0" marL="0">
              <a:buNone/>
            </a:pPr>
            <a:r>
              <a:rPr lang="en-US" sz="1000" dirty="0">
                <a:solidFill>
                  <a:srgbClr val="1155CC"/>
                </a:solidFill>
                <a:latin typeface="Arial" pitchFamily="34" charset="0"/>
                <a:ea typeface="Arial" pitchFamily="34" charset="-122"/>
                <a:cs typeface="Arial" pitchFamily="34" charset="-120"/>
              </a:rPr>
              <a:t>Tanggal</a:t>
            </a:r>
            <a:endParaRPr lang="en-US" sz="1000" dirty="0"/>
          </a:p>
        </p:txBody>
      </p:sp>
      <p:sp>
        <p:nvSpPr>
          <p:cNvPr id="20" name="Text 16"/>
          <p:cNvSpPr txBox="1"/>
          <p:nvPr/>
        </p:nvSpPr>
        <p:spPr>
          <a:xfrm>
            <a:off x="2468880" y="2340864"/>
            <a:ext cx="1371600" cy="292608"/>
          </a:xfrm>
          <a:prstGeom prst="rect">
            <a:avLst/>
          </a:prstGeom>
          <a:noFill/>
          <a:ln/>
        </p:spPr>
        <p:txBody>
          <a:bodyPr wrap="square" lIns="0" tIns="0" rIns="0" bIns="0" rtlCol="0" anchor="t"/>
          <a:lstStyle/>
          <a:p>
            <a:pPr indent="0" marL="0">
              <a:buNone/>
            </a:pPr>
            <a:r>
              <a:rPr lang="en-US" sz="1000" dirty="0">
                <a:solidFill>
                  <a:srgbClr val="1155CC"/>
                </a:solidFill>
                <a:latin typeface="Arial" pitchFamily="34" charset="0"/>
                <a:ea typeface="Arial" pitchFamily="34" charset="-122"/>
                <a:cs typeface="Arial" pitchFamily="34" charset="-120"/>
              </a:rPr>
              <a:t>KodeBuku</a:t>
            </a:r>
            <a:endParaRPr lang="en-US" sz="1000" dirty="0"/>
          </a:p>
        </p:txBody>
      </p:sp>
      <p:sp>
        <p:nvSpPr>
          <p:cNvPr id="21" name="Text 17"/>
          <p:cNvSpPr txBox="1"/>
          <p:nvPr/>
        </p:nvSpPr>
        <p:spPr>
          <a:xfrm>
            <a:off x="2468880" y="2670048"/>
            <a:ext cx="1371600" cy="292608"/>
          </a:xfrm>
          <a:prstGeom prst="rect">
            <a:avLst/>
          </a:prstGeom>
          <a:noFill/>
          <a:ln/>
        </p:spPr>
        <p:txBody>
          <a:bodyPr wrap="square" lIns="0" tIns="0" rIns="0" bIns="0" rtlCol="0" anchor="t"/>
          <a:lstStyle/>
          <a:p>
            <a:pPr indent="0" marL="0">
              <a:buNone/>
            </a:pPr>
            <a:r>
              <a:rPr lang="en-US" sz="1000" dirty="0">
                <a:solidFill>
                  <a:srgbClr val="1155CC"/>
                </a:solidFill>
                <a:latin typeface="Arial" pitchFamily="34" charset="0"/>
                <a:ea typeface="Arial" pitchFamily="34" charset="-122"/>
                <a:cs typeface="Arial" pitchFamily="34" charset="-120"/>
              </a:rPr>
              <a:t>KodeSantri</a:t>
            </a:r>
            <a:endParaRPr lang="en-US" sz="1000" dirty="0"/>
          </a:p>
        </p:txBody>
      </p:sp>
      <p:sp>
        <p:nvSpPr>
          <p:cNvPr id="22" name="Shape 18"/>
          <p:cNvSpPr/>
          <p:nvPr/>
        </p:nvSpPr>
        <p:spPr>
          <a:xfrm>
            <a:off x="4069080" y="1600200"/>
            <a:ext cx="1508760" cy="1463040"/>
          </a:xfrm>
          <a:prstGeom prst="rect">
            <a:avLst/>
          </a:prstGeom>
          <a:solidFill>
            <a:srgbClr val="FFFFFF"/>
          </a:solidFill>
          <a:ln w="15875">
            <a:solidFill>
              <a:srgbClr val="333333"/>
            </a:solidFill>
            <a:prstDash val="solid"/>
          </a:ln>
        </p:spPr>
      </p:sp>
      <p:sp>
        <p:nvSpPr>
          <p:cNvPr id="23" name="Shape 19"/>
          <p:cNvSpPr/>
          <p:nvPr/>
        </p:nvSpPr>
        <p:spPr>
          <a:xfrm>
            <a:off x="4069080" y="1600200"/>
            <a:ext cx="1508760" cy="347472"/>
          </a:xfrm>
          <a:prstGeom prst="rect">
            <a:avLst/>
          </a:prstGeom>
          <a:solidFill>
            <a:srgbClr val="E0E0E0"/>
          </a:solidFill>
          <a:ln w="12700">
            <a:solidFill>
              <a:srgbClr val="E0E0E0"/>
            </a:solidFill>
            <a:prstDash val="solid"/>
          </a:ln>
        </p:spPr>
      </p:sp>
      <p:sp>
        <p:nvSpPr>
          <p:cNvPr id="24" name="Text 20"/>
          <p:cNvSpPr txBox="1"/>
          <p:nvPr/>
        </p:nvSpPr>
        <p:spPr>
          <a:xfrm>
            <a:off x="4069080" y="1600200"/>
            <a:ext cx="1508760" cy="347472"/>
          </a:xfrm>
          <a:prstGeom prst="rect">
            <a:avLst/>
          </a:prstGeom>
          <a:noFill/>
          <a:ln/>
        </p:spPr>
        <p:txBody>
          <a:bodyPr wrap="square" lIns="0" tIns="0" rIns="0" bIns="0" rtlCol="0" anchor="ctr"/>
          <a:lstStyle/>
          <a:p>
            <a:pPr algn="ctr" indent="0" marL="0">
              <a:buNone/>
            </a:pPr>
            <a:r>
              <a:rPr lang="en-US" sz="1100" b="1" dirty="0">
                <a:solidFill>
                  <a:srgbClr val="1E2A26"/>
                </a:solidFill>
                <a:latin typeface="Arial" pitchFamily="34" charset="0"/>
                <a:ea typeface="Arial" pitchFamily="34" charset="-122"/>
                <a:cs typeface="Arial" pitchFamily="34" charset="-120"/>
              </a:rPr>
              <a:t>SANTRI</a:t>
            </a:r>
            <a:endParaRPr lang="en-US" sz="1100" dirty="0"/>
          </a:p>
        </p:txBody>
      </p:sp>
      <p:sp>
        <p:nvSpPr>
          <p:cNvPr id="25" name="Text 21"/>
          <p:cNvSpPr txBox="1"/>
          <p:nvPr/>
        </p:nvSpPr>
        <p:spPr>
          <a:xfrm>
            <a:off x="4160520" y="2011680"/>
            <a:ext cx="1371600" cy="292608"/>
          </a:xfrm>
          <a:prstGeom prst="rect">
            <a:avLst/>
          </a:prstGeom>
          <a:noFill/>
          <a:ln/>
        </p:spPr>
        <p:txBody>
          <a:bodyPr wrap="square" lIns="0" tIns="0" rIns="0" bIns="0" rtlCol="0" anchor="t"/>
          <a:lstStyle/>
          <a:p>
            <a:pPr indent="0" marL="0">
              <a:buNone/>
            </a:pPr>
            <a:r>
              <a:rPr lang="en-US" sz="1000" b="1" dirty="0">
                <a:solidFill>
                  <a:srgbClr val="1155CC"/>
                </a:solidFill>
                <a:latin typeface="Arial" pitchFamily="34" charset="0"/>
                <a:ea typeface="Arial" pitchFamily="34" charset="-122"/>
                <a:cs typeface="Arial" pitchFamily="34" charset="-120"/>
              </a:rPr>
              <a:t>KodeSantri (PK)</a:t>
            </a:r>
            <a:endParaRPr lang="en-US" sz="1000" dirty="0"/>
          </a:p>
        </p:txBody>
      </p:sp>
      <p:sp>
        <p:nvSpPr>
          <p:cNvPr id="26" name="Text 22"/>
          <p:cNvSpPr txBox="1"/>
          <p:nvPr/>
        </p:nvSpPr>
        <p:spPr>
          <a:xfrm>
            <a:off x="4160520" y="2340864"/>
            <a:ext cx="1371600" cy="292608"/>
          </a:xfrm>
          <a:prstGeom prst="rect">
            <a:avLst/>
          </a:prstGeom>
          <a:noFill/>
          <a:ln/>
        </p:spPr>
        <p:txBody>
          <a:bodyPr wrap="square" lIns="0" tIns="0" rIns="0" bIns="0" rtlCol="0" anchor="t"/>
          <a:lstStyle/>
          <a:p>
            <a:pPr indent="0" marL="0">
              <a:buNone/>
            </a:pPr>
            <a:r>
              <a:rPr lang="en-US" sz="1000" dirty="0">
                <a:solidFill>
                  <a:srgbClr val="1155CC"/>
                </a:solidFill>
                <a:latin typeface="Arial" pitchFamily="34" charset="0"/>
                <a:ea typeface="Arial" pitchFamily="34" charset="-122"/>
                <a:cs typeface="Arial" pitchFamily="34" charset="-120"/>
              </a:rPr>
              <a:t>Nama</a:t>
            </a:r>
            <a:endParaRPr lang="en-US" sz="1000" dirty="0"/>
          </a:p>
        </p:txBody>
      </p:sp>
      <p:sp>
        <p:nvSpPr>
          <p:cNvPr id="27" name="Text 23"/>
          <p:cNvSpPr txBox="1"/>
          <p:nvPr/>
        </p:nvSpPr>
        <p:spPr>
          <a:xfrm>
            <a:off x="4160520" y="2670048"/>
            <a:ext cx="1371600" cy="292608"/>
          </a:xfrm>
          <a:prstGeom prst="rect">
            <a:avLst/>
          </a:prstGeom>
          <a:noFill/>
          <a:ln/>
        </p:spPr>
        <p:txBody>
          <a:bodyPr wrap="square" lIns="0" tIns="0" rIns="0" bIns="0" rtlCol="0" anchor="t"/>
          <a:lstStyle/>
          <a:p>
            <a:pPr indent="0" marL="0">
              <a:buNone/>
            </a:pPr>
            <a:r>
              <a:rPr lang="en-US" sz="1000" dirty="0">
                <a:solidFill>
                  <a:srgbClr val="1155CC"/>
                </a:solidFill>
                <a:latin typeface="Arial" pitchFamily="34" charset="0"/>
                <a:ea typeface="Arial" pitchFamily="34" charset="-122"/>
                <a:cs typeface="Arial" pitchFamily="34" charset="-120"/>
              </a:rPr>
              <a:t>Kelas</a:t>
            </a:r>
            <a:endParaRPr lang="en-US" sz="1000" dirty="0"/>
          </a:p>
        </p:txBody>
      </p:sp>
      <p:sp>
        <p:nvSpPr>
          <p:cNvPr id="28" name="Text 24"/>
          <p:cNvSpPr txBox="1"/>
          <p:nvPr/>
        </p:nvSpPr>
        <p:spPr>
          <a:xfrm>
            <a:off x="2194560" y="2194560"/>
            <a:ext cx="274320" cy="365760"/>
          </a:xfrm>
          <a:prstGeom prst="rect">
            <a:avLst/>
          </a:prstGeom>
          <a:noFill/>
          <a:ln/>
        </p:spPr>
        <p:txBody>
          <a:bodyPr wrap="square" lIns="0" tIns="0" rIns="0" bIns="0" rtlCol="0" anchor="t"/>
          <a:lstStyle/>
          <a:p>
            <a:pPr indent="0" marL="0">
              <a:buNone/>
            </a:pPr>
            <a:r>
              <a:rPr lang="en-US" sz="1800" b="1" dirty="0">
                <a:solidFill>
                  <a:srgbClr val="E53935"/>
                </a:solidFill>
                <a:latin typeface="Calibri" pitchFamily="34" charset="0"/>
                <a:ea typeface="Calibri" pitchFamily="34" charset="-122"/>
                <a:cs typeface="Calibri" pitchFamily="34" charset="-120"/>
              </a:rPr>
              <a:t>→</a:t>
            </a:r>
            <a:endParaRPr lang="en-US" sz="1800" dirty="0"/>
          </a:p>
        </p:txBody>
      </p:sp>
      <p:sp>
        <p:nvSpPr>
          <p:cNvPr id="29" name="Text 25"/>
          <p:cNvSpPr txBox="1"/>
          <p:nvPr/>
        </p:nvSpPr>
        <p:spPr>
          <a:xfrm>
            <a:off x="3840480" y="2514600"/>
            <a:ext cx="274320" cy="365760"/>
          </a:xfrm>
          <a:prstGeom prst="rect">
            <a:avLst/>
          </a:prstGeom>
          <a:noFill/>
          <a:ln/>
        </p:spPr>
        <p:txBody>
          <a:bodyPr wrap="square" lIns="0" tIns="0" rIns="0" bIns="0" rtlCol="0" anchor="t"/>
          <a:lstStyle/>
          <a:p>
            <a:pPr indent="0" marL="0">
              <a:buNone/>
            </a:pPr>
            <a:r>
              <a:rPr lang="en-US" sz="1800" b="1" dirty="0">
                <a:solidFill>
                  <a:srgbClr val="E53935"/>
                </a:solidFill>
                <a:latin typeface="Calibri" pitchFamily="34" charset="0"/>
                <a:ea typeface="Calibri" pitchFamily="34" charset="-122"/>
                <a:cs typeface="Calibri" pitchFamily="34" charset="-120"/>
              </a:rPr>
              <a:t>←</a:t>
            </a:r>
            <a:endParaRPr lang="en-US" sz="1800" dirty="0"/>
          </a:p>
        </p:txBody>
      </p:sp>
      <p:sp>
        <p:nvSpPr>
          <p:cNvPr id="30" name="Shape 26"/>
          <p:cNvSpPr/>
          <p:nvPr/>
        </p:nvSpPr>
        <p:spPr>
          <a:xfrm>
            <a:off x="576072" y="1490472"/>
            <a:ext cx="4974336" cy="1728216"/>
          </a:xfrm>
          <a:prstGeom prst="roundRect">
            <a:avLst>
              <a:gd name="adj" fmla="val 2646"/>
            </a:avLst>
          </a:prstGeom>
          <a:solidFill>
            <a:srgbClr val="FFFFFF">
              <a:alpha val="0"/>
            </a:srgbClr>
          </a:solidFill>
          <a:ln w="31750">
            <a:solidFill>
              <a:srgbClr val="E53935"/>
            </a:solidFill>
            <a:prstDash val="solid"/>
          </a:ln>
        </p:spPr>
      </p:sp>
      <p:sp>
        <p:nvSpPr>
          <p:cNvPr id="31" name="Shape 27"/>
          <p:cNvSpPr/>
          <p:nvPr/>
        </p:nvSpPr>
        <p:spPr>
          <a:xfrm>
            <a:off x="5413248" y="1353312"/>
            <a:ext cx="274320" cy="274320"/>
          </a:xfrm>
          <a:prstGeom prst="ellipse">
            <a:avLst/>
          </a:prstGeom>
          <a:solidFill>
            <a:srgbClr val="E53935"/>
          </a:solidFill>
          <a:ln w="12700">
            <a:solidFill>
              <a:srgbClr val="FFFFFF"/>
            </a:solidFill>
            <a:prstDash val="solid"/>
          </a:ln>
        </p:spPr>
      </p:sp>
      <p:sp>
        <p:nvSpPr>
          <p:cNvPr id="32" name="Text 28"/>
          <p:cNvSpPr txBox="1"/>
          <p:nvPr/>
        </p:nvSpPr>
        <p:spPr>
          <a:xfrm>
            <a:off x="5413248" y="1353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2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34" name="Text 3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Pecah menjadi 3 tabel di kertas</a:t>
            </a:r>
            <a:endParaRPr lang="en-US" sz="1800" dirty="0"/>
          </a:p>
        </p:txBody>
      </p:sp>
      <p:sp>
        <p:nvSpPr>
          <p:cNvPr id="35" name="Text 3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Tabel BUKU (kode buku, judul, pengarang), tabel SANTRI (kode, nama, kelas), tabel PEMINJAMAN (tanggal, kode buku, kode santri).</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Proyek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Rancangan_Database_Kel3 -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Rancangan_Database_Kel3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Data yang Dibutuhkan</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Kode santri, nama panggilan, kelas, halaqah</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Tanggal setoran, surat, jumlah ayat</a:t>
            </a:r>
            <a:endParaRPr lang="en-US" sz="750" dirty="0"/>
          </a:p>
        </p:txBody>
      </p:sp>
      <p:sp>
        <p:nvSpPr>
          <p:cNvPr id="72" name="Text 61"/>
          <p:cNvSpPr txBox="1"/>
          <p:nvPr/>
        </p:nvSpPr>
        <p:spPr>
          <a:xfrm>
            <a:off x="1645920" y="317145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Target ayat per pekan</a:t>
            </a:r>
            <a:endParaRPr lang="en-US" sz="750" dirty="0"/>
          </a:p>
        </p:txBody>
      </p:sp>
      <p:sp>
        <p:nvSpPr>
          <p:cNvPr id="73" name="Text 62"/>
          <p:cNvSpPr txBox="1"/>
          <p:nvPr/>
        </p:nvSpPr>
        <p:spPr>
          <a:xfrm>
            <a:off x="1554480" y="331870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(semua data latihan/fiktif)</a:t>
            </a:r>
            <a:endParaRPr lang="en-US" sz="800" dirty="0"/>
          </a:p>
        </p:txBody>
      </p:sp>
      <p:sp>
        <p:nvSpPr>
          <p:cNvPr id="74" name="Shape 63"/>
          <p:cNvSpPr/>
          <p:nvPr/>
        </p:nvSpPr>
        <p:spPr>
          <a:xfrm>
            <a:off x="1527048" y="2849506"/>
            <a:ext cx="3072384" cy="487490"/>
          </a:xfrm>
          <a:prstGeom prst="roundRect">
            <a:avLst>
              <a:gd name="adj" fmla="val 9379"/>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7" name="Image 9" descr="preencoded.png">    </p:cNvPr>
          <p:cNvPicPr>
            <a:picLocks noChangeAspect="1"/>
          </p:cNvPicPr>
          <p:nvPr/>
        </p:nvPicPr>
        <p:blipFill>
          <a:blip r:embed="rId10"/>
          <a:stretch>
            <a:fillRect/>
          </a:stretch>
        </p:blipFill>
        <p:spPr>
          <a:xfrm>
            <a:off x="3214116" y="3114882"/>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Daftar data yang dibutuhkan aplikasi kelompok</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proposal dan tabel variabel. Tulis semua data yang perlu disimpan aplikasi kelompokmu.</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Proyek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Rancangan_Database_Kel3 -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Rancangan_Database_Kel3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Rancangan Tabel</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Tabel</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Kolom</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Kunci</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SANTRI</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Kode, Nama, Kelas, Halaqah</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PK: Kode</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SETORAN</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Tanggal, Kode, Surat, Ayat</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FK: Kode</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TARGET</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Kelas, TargetPekan</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PK: Kelas</a:t>
            </a:r>
            <a:endParaRPr lang="en-US" sz="650" dirty="0"/>
          </a:p>
        </p:txBody>
      </p:sp>
      <p:sp>
        <p:nvSpPr>
          <p:cNvPr id="94" name="Shape 83"/>
          <p:cNvSpPr/>
          <p:nvPr/>
        </p:nvSpPr>
        <p:spPr>
          <a:xfrm>
            <a:off x="1527048" y="2849506"/>
            <a:ext cx="3072384" cy="786384"/>
          </a:xfrm>
          <a:prstGeom prst="roundRect">
            <a:avLst>
              <a:gd name="adj" fmla="val 5814"/>
            </a:avLst>
          </a:prstGeom>
          <a:solidFill>
            <a:srgbClr val="FFFFFF">
              <a:alpha val="0"/>
            </a:srgbClr>
          </a:solidFill>
          <a:ln w="31750">
            <a:solidFill>
              <a:srgbClr val="E53935"/>
            </a:solidFill>
            <a:prstDash val="solid"/>
          </a:ln>
        </p:spPr>
      </p:sp>
      <p:sp>
        <p:nvSpPr>
          <p:cNvPr id="95" name="Shape 84"/>
          <p:cNvSpPr/>
          <p:nvPr/>
        </p:nvSpPr>
        <p:spPr>
          <a:xfrm>
            <a:off x="4462272" y="2712346"/>
            <a:ext cx="274320" cy="274320"/>
          </a:xfrm>
          <a:prstGeom prst="ellipse">
            <a:avLst/>
          </a:prstGeom>
          <a:solidFill>
            <a:srgbClr val="E53935"/>
          </a:solidFill>
          <a:ln w="12700">
            <a:solidFill>
              <a:srgbClr val="FFFFFF"/>
            </a:solidFill>
            <a:prstDash val="solid"/>
          </a:ln>
        </p:spPr>
      </p:sp>
      <p:sp>
        <p:nvSpPr>
          <p:cNvPr id="96" name="Text 8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97" name="Image 9" descr="preencoded.png">    </p:cNvPr>
          <p:cNvPicPr>
            <a:picLocks noChangeAspect="1"/>
          </p:cNvPicPr>
          <p:nvPr/>
        </p:nvPicPr>
        <p:blipFill>
          <a:blip r:embed="rId10"/>
          <a:stretch>
            <a:fillRect/>
          </a:stretch>
        </p:blipFill>
        <p:spPr>
          <a:xfrm>
            <a:off x="3214116" y="3279274"/>
            <a:ext cx="237744" cy="237744"/>
          </a:xfrm>
          <a:prstGeom prst="rect">
            <a:avLst/>
          </a:prstGeom>
        </p:spPr>
      </p:pic>
      <p:sp>
        <p:nvSpPr>
          <p:cNvPr id="98" name="Text 8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99" name="Text 8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Kelompokkan menjadi tabel-tabel</a:t>
            </a:r>
            <a:endParaRPr lang="en-US" sz="1800" dirty="0"/>
          </a:p>
        </p:txBody>
      </p:sp>
      <p:sp>
        <p:nvSpPr>
          <p:cNvPr id="100" name="Text 8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Pisahkan data tetap (jarang berubah) dan data harian (sering bertambah). Tentukan primary key setiap tabel dan kolom penghubung.</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Diagram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Relasi_Database_Kel3.drawio - draw.io</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app.diagrams.net</a:t>
            </a:r>
            <a:endParaRPr lang="en-US" sz="800" dirty="0"/>
          </a:p>
        </p:txBody>
      </p:sp>
      <p:sp>
        <p:nvSpPr>
          <p:cNvPr id="28" name="Text 21"/>
          <p:cNvSpPr txBox="1"/>
          <p:nvPr/>
        </p:nvSpPr>
        <p:spPr>
          <a:xfrm>
            <a:off x="679216" y="1695965"/>
            <a:ext cx="1828800" cy="164592"/>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Relasi_Database_Kel3</a:t>
            </a:r>
            <a:endParaRPr lang="en-US" sz="800" dirty="0"/>
          </a:p>
        </p:txBody>
      </p:sp>
      <p:sp>
        <p:nvSpPr>
          <p:cNvPr id="29" name="Text 22"/>
          <p:cNvSpPr txBox="1"/>
          <p:nvPr/>
        </p:nvSpPr>
        <p:spPr>
          <a:xfrm>
            <a:off x="67921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File</a:t>
            </a:r>
            <a:endParaRPr lang="en-US" sz="650" dirty="0"/>
          </a:p>
        </p:txBody>
      </p:sp>
      <p:sp>
        <p:nvSpPr>
          <p:cNvPr id="30" name="Text 23"/>
          <p:cNvSpPr txBox="1"/>
          <p:nvPr/>
        </p:nvSpPr>
        <p:spPr>
          <a:xfrm>
            <a:off x="1063264"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Edit</a:t>
            </a:r>
            <a:endParaRPr lang="en-US" sz="650" dirty="0"/>
          </a:p>
        </p:txBody>
      </p:sp>
      <p:sp>
        <p:nvSpPr>
          <p:cNvPr id="31" name="Text 24"/>
          <p:cNvSpPr txBox="1"/>
          <p:nvPr/>
        </p:nvSpPr>
        <p:spPr>
          <a:xfrm>
            <a:off x="1447312"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View</a:t>
            </a:r>
            <a:endParaRPr lang="en-US" sz="650" dirty="0"/>
          </a:p>
        </p:txBody>
      </p:sp>
      <p:sp>
        <p:nvSpPr>
          <p:cNvPr id="32" name="Text 25"/>
          <p:cNvSpPr txBox="1"/>
          <p:nvPr/>
        </p:nvSpPr>
        <p:spPr>
          <a:xfrm>
            <a:off x="1831360"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Arrange</a:t>
            </a:r>
            <a:endParaRPr lang="en-US" sz="650" dirty="0"/>
          </a:p>
        </p:txBody>
      </p:sp>
      <p:sp>
        <p:nvSpPr>
          <p:cNvPr id="33" name="Text 26"/>
          <p:cNvSpPr txBox="1"/>
          <p:nvPr/>
        </p:nvSpPr>
        <p:spPr>
          <a:xfrm>
            <a:off x="2215408"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Extras</a:t>
            </a:r>
            <a:endParaRPr lang="en-US" sz="650" dirty="0"/>
          </a:p>
        </p:txBody>
      </p:sp>
      <p:sp>
        <p:nvSpPr>
          <p:cNvPr id="34" name="Text 27"/>
          <p:cNvSpPr txBox="1"/>
          <p:nvPr/>
        </p:nvSpPr>
        <p:spPr>
          <a:xfrm>
            <a:off x="259945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Help</a:t>
            </a:r>
            <a:endParaRPr lang="en-US" sz="650" dirty="0"/>
          </a:p>
        </p:txBody>
      </p:sp>
      <p:sp>
        <p:nvSpPr>
          <p:cNvPr id="35" name="Shape 28"/>
          <p:cNvSpPr/>
          <p:nvPr/>
        </p:nvSpPr>
        <p:spPr>
          <a:xfrm>
            <a:off x="587776" y="2043437"/>
            <a:ext cx="960120" cy="1951947"/>
          </a:xfrm>
          <a:prstGeom prst="rect">
            <a:avLst/>
          </a:prstGeom>
          <a:solidFill>
            <a:srgbClr val="F5F5F5"/>
          </a:solidFill>
          <a:ln w="6350">
            <a:solidFill>
              <a:srgbClr val="DDDDDD"/>
            </a:solidFill>
            <a:prstDash val="solid"/>
          </a:ln>
        </p:spPr>
      </p:sp>
      <p:sp>
        <p:nvSpPr>
          <p:cNvPr id="36" name="Text 29"/>
          <p:cNvSpPr txBox="1"/>
          <p:nvPr/>
        </p:nvSpPr>
        <p:spPr>
          <a:xfrm>
            <a:off x="642640" y="2080013"/>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General</a:t>
            </a:r>
            <a:endParaRPr lang="en-US" sz="650" dirty="0"/>
          </a:p>
        </p:txBody>
      </p:sp>
      <p:sp>
        <p:nvSpPr>
          <p:cNvPr id="37" name="Shape 30"/>
          <p:cNvSpPr/>
          <p:nvPr/>
        </p:nvSpPr>
        <p:spPr>
          <a:xfrm>
            <a:off x="660928" y="2272037"/>
            <a:ext cx="384048" cy="292608"/>
          </a:xfrm>
          <a:prstGeom prst="rect">
            <a:avLst/>
          </a:prstGeom>
          <a:solidFill>
            <a:srgbClr val="FFFFFF"/>
          </a:solidFill>
          <a:ln w="15875">
            <a:solidFill>
              <a:srgbClr val="1F7A5C"/>
            </a:solidFill>
            <a:prstDash val="solid"/>
          </a:ln>
        </p:spPr>
      </p:sp>
      <p:sp>
        <p:nvSpPr>
          <p:cNvPr id="38" name="Text 31"/>
          <p:cNvSpPr txBox="1"/>
          <p:nvPr/>
        </p:nvSpPr>
        <p:spPr>
          <a:xfrm>
            <a:off x="688360"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39" name="Shape 32"/>
          <p:cNvSpPr/>
          <p:nvPr/>
        </p:nvSpPr>
        <p:spPr>
          <a:xfrm>
            <a:off x="1099840" y="2272037"/>
            <a:ext cx="384048" cy="292608"/>
          </a:xfrm>
          <a:prstGeom prst="roundRect">
            <a:avLst>
              <a:gd name="adj" fmla="val 50000"/>
            </a:avLst>
          </a:prstGeom>
          <a:solidFill>
            <a:srgbClr val="D6EEDF"/>
          </a:solidFill>
          <a:ln w="15875">
            <a:solidFill>
              <a:srgbClr val="1F7A5C"/>
            </a:solidFill>
            <a:prstDash val="solid"/>
          </a:ln>
        </p:spPr>
      </p:sp>
      <p:sp>
        <p:nvSpPr>
          <p:cNvPr id="40" name="Text 33"/>
          <p:cNvSpPr txBox="1"/>
          <p:nvPr/>
        </p:nvSpPr>
        <p:spPr>
          <a:xfrm>
            <a:off x="1127272"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41" name="Shape 34"/>
          <p:cNvSpPr/>
          <p:nvPr/>
        </p:nvSpPr>
        <p:spPr>
          <a:xfrm>
            <a:off x="660928" y="2656085"/>
            <a:ext cx="384048" cy="292608"/>
          </a:xfrm>
          <a:prstGeom prst="diamond">
            <a:avLst/>
          </a:prstGeom>
          <a:solidFill>
            <a:srgbClr val="FFF3CD"/>
          </a:solidFill>
          <a:ln w="15875">
            <a:solidFill>
              <a:srgbClr val="D4A017"/>
            </a:solidFill>
            <a:prstDash val="solid"/>
          </a:ln>
        </p:spPr>
      </p:sp>
      <p:sp>
        <p:nvSpPr>
          <p:cNvPr id="42" name="Text 35"/>
          <p:cNvSpPr txBox="1"/>
          <p:nvPr/>
        </p:nvSpPr>
        <p:spPr>
          <a:xfrm>
            <a:off x="688360"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3" name="Shape 36"/>
          <p:cNvSpPr/>
          <p:nvPr/>
        </p:nvSpPr>
        <p:spPr>
          <a:xfrm>
            <a:off x="1099840" y="2656085"/>
            <a:ext cx="384048" cy="292608"/>
          </a:xfrm>
          <a:prstGeom prst="parallelogram">
            <a:avLst/>
          </a:prstGeom>
          <a:solidFill>
            <a:srgbClr val="E3F2FD"/>
          </a:solidFill>
          <a:ln w="15875">
            <a:solidFill>
              <a:srgbClr val="0078D4"/>
            </a:solidFill>
            <a:prstDash val="solid"/>
          </a:ln>
        </p:spPr>
      </p:sp>
      <p:sp>
        <p:nvSpPr>
          <p:cNvPr id="44" name="Text 37"/>
          <p:cNvSpPr txBox="1"/>
          <p:nvPr/>
        </p:nvSpPr>
        <p:spPr>
          <a:xfrm>
            <a:off x="1127272"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5" name="Text 38"/>
          <p:cNvSpPr txBox="1"/>
          <p:nvPr/>
        </p:nvSpPr>
        <p:spPr>
          <a:xfrm>
            <a:off x="642640" y="3094997"/>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Flowchart</a:t>
            </a:r>
            <a:endParaRPr lang="en-US" sz="650" dirty="0"/>
          </a:p>
        </p:txBody>
      </p:sp>
      <p:sp>
        <p:nvSpPr>
          <p:cNvPr id="46" name="Shape 39"/>
          <p:cNvSpPr/>
          <p:nvPr/>
        </p:nvSpPr>
        <p:spPr>
          <a:xfrm>
            <a:off x="1593616" y="2043437"/>
            <a:ext cx="3899367" cy="1951947"/>
          </a:xfrm>
          <a:prstGeom prst="rect">
            <a:avLst/>
          </a:prstGeom>
          <a:solidFill>
            <a:srgbClr val="FFFFFF"/>
          </a:solidFill>
          <a:ln w="12700">
            <a:solidFill>
              <a:srgbClr val="FFFFFF"/>
            </a:solidFill>
            <a:prstDash val="solid"/>
          </a:ln>
        </p:spPr>
      </p:sp>
      <p:sp>
        <p:nvSpPr>
          <p:cNvPr id="47" name="Shape 40"/>
          <p:cNvSpPr/>
          <p:nvPr/>
        </p:nvSpPr>
        <p:spPr>
          <a:xfrm>
            <a:off x="1593616" y="2043437"/>
            <a:ext cx="0" cy="1951947"/>
          </a:xfrm>
          <a:prstGeom prst="line">
            <a:avLst/>
          </a:prstGeom>
          <a:noFill/>
          <a:ln w="6350">
            <a:solidFill>
              <a:srgbClr val="F0F0F0"/>
            </a:solidFill>
            <a:prstDash val="solid"/>
          </a:ln>
        </p:spPr>
      </p:sp>
      <p:sp>
        <p:nvSpPr>
          <p:cNvPr id="48" name="Shape 41"/>
          <p:cNvSpPr/>
          <p:nvPr/>
        </p:nvSpPr>
        <p:spPr>
          <a:xfrm>
            <a:off x="1776496" y="2043437"/>
            <a:ext cx="0" cy="1951947"/>
          </a:xfrm>
          <a:prstGeom prst="line">
            <a:avLst/>
          </a:prstGeom>
          <a:noFill/>
          <a:ln w="6350">
            <a:solidFill>
              <a:srgbClr val="F0F0F0"/>
            </a:solidFill>
            <a:prstDash val="solid"/>
          </a:ln>
        </p:spPr>
      </p:sp>
      <p:sp>
        <p:nvSpPr>
          <p:cNvPr id="49" name="Shape 42"/>
          <p:cNvSpPr/>
          <p:nvPr/>
        </p:nvSpPr>
        <p:spPr>
          <a:xfrm>
            <a:off x="1959376" y="2043437"/>
            <a:ext cx="0" cy="1951947"/>
          </a:xfrm>
          <a:prstGeom prst="line">
            <a:avLst/>
          </a:prstGeom>
          <a:noFill/>
          <a:ln w="6350">
            <a:solidFill>
              <a:srgbClr val="F0F0F0"/>
            </a:solidFill>
            <a:prstDash val="solid"/>
          </a:ln>
        </p:spPr>
      </p:sp>
      <p:sp>
        <p:nvSpPr>
          <p:cNvPr id="50" name="Shape 43"/>
          <p:cNvSpPr/>
          <p:nvPr/>
        </p:nvSpPr>
        <p:spPr>
          <a:xfrm>
            <a:off x="2142256" y="2043437"/>
            <a:ext cx="0" cy="1951947"/>
          </a:xfrm>
          <a:prstGeom prst="line">
            <a:avLst/>
          </a:prstGeom>
          <a:noFill/>
          <a:ln w="6350">
            <a:solidFill>
              <a:srgbClr val="F0F0F0"/>
            </a:solidFill>
            <a:prstDash val="solid"/>
          </a:ln>
        </p:spPr>
      </p:sp>
      <p:sp>
        <p:nvSpPr>
          <p:cNvPr id="51" name="Shape 44"/>
          <p:cNvSpPr/>
          <p:nvPr/>
        </p:nvSpPr>
        <p:spPr>
          <a:xfrm>
            <a:off x="2325136" y="2043437"/>
            <a:ext cx="0" cy="1951947"/>
          </a:xfrm>
          <a:prstGeom prst="line">
            <a:avLst/>
          </a:prstGeom>
          <a:noFill/>
          <a:ln w="6350">
            <a:solidFill>
              <a:srgbClr val="F0F0F0"/>
            </a:solidFill>
            <a:prstDash val="solid"/>
          </a:ln>
        </p:spPr>
      </p:sp>
      <p:sp>
        <p:nvSpPr>
          <p:cNvPr id="52" name="Shape 45"/>
          <p:cNvSpPr/>
          <p:nvPr/>
        </p:nvSpPr>
        <p:spPr>
          <a:xfrm>
            <a:off x="2508016" y="2043437"/>
            <a:ext cx="0" cy="1951947"/>
          </a:xfrm>
          <a:prstGeom prst="line">
            <a:avLst/>
          </a:prstGeom>
          <a:noFill/>
          <a:ln w="6350">
            <a:solidFill>
              <a:srgbClr val="F0F0F0"/>
            </a:solidFill>
            <a:prstDash val="solid"/>
          </a:ln>
        </p:spPr>
      </p:sp>
      <p:sp>
        <p:nvSpPr>
          <p:cNvPr id="53" name="Shape 46"/>
          <p:cNvSpPr/>
          <p:nvPr/>
        </p:nvSpPr>
        <p:spPr>
          <a:xfrm>
            <a:off x="2690896" y="2043437"/>
            <a:ext cx="0" cy="1951947"/>
          </a:xfrm>
          <a:prstGeom prst="line">
            <a:avLst/>
          </a:prstGeom>
          <a:noFill/>
          <a:ln w="6350">
            <a:solidFill>
              <a:srgbClr val="F0F0F0"/>
            </a:solidFill>
            <a:prstDash val="solid"/>
          </a:ln>
        </p:spPr>
      </p:sp>
      <p:sp>
        <p:nvSpPr>
          <p:cNvPr id="54" name="Shape 47"/>
          <p:cNvSpPr/>
          <p:nvPr/>
        </p:nvSpPr>
        <p:spPr>
          <a:xfrm>
            <a:off x="2873776" y="2043437"/>
            <a:ext cx="0" cy="1951947"/>
          </a:xfrm>
          <a:prstGeom prst="line">
            <a:avLst/>
          </a:prstGeom>
          <a:noFill/>
          <a:ln w="6350">
            <a:solidFill>
              <a:srgbClr val="F0F0F0"/>
            </a:solidFill>
            <a:prstDash val="solid"/>
          </a:ln>
        </p:spPr>
      </p:sp>
      <p:sp>
        <p:nvSpPr>
          <p:cNvPr id="55" name="Shape 48"/>
          <p:cNvSpPr/>
          <p:nvPr/>
        </p:nvSpPr>
        <p:spPr>
          <a:xfrm>
            <a:off x="3056656" y="2043437"/>
            <a:ext cx="0" cy="1951947"/>
          </a:xfrm>
          <a:prstGeom prst="line">
            <a:avLst/>
          </a:prstGeom>
          <a:noFill/>
          <a:ln w="6350">
            <a:solidFill>
              <a:srgbClr val="F0F0F0"/>
            </a:solidFill>
            <a:prstDash val="solid"/>
          </a:ln>
        </p:spPr>
      </p:sp>
      <p:sp>
        <p:nvSpPr>
          <p:cNvPr id="56" name="Shape 49"/>
          <p:cNvSpPr/>
          <p:nvPr/>
        </p:nvSpPr>
        <p:spPr>
          <a:xfrm>
            <a:off x="3239536" y="2043437"/>
            <a:ext cx="0" cy="1951947"/>
          </a:xfrm>
          <a:prstGeom prst="line">
            <a:avLst/>
          </a:prstGeom>
          <a:noFill/>
          <a:ln w="6350">
            <a:solidFill>
              <a:srgbClr val="F0F0F0"/>
            </a:solidFill>
            <a:prstDash val="solid"/>
          </a:ln>
        </p:spPr>
      </p:sp>
      <p:sp>
        <p:nvSpPr>
          <p:cNvPr id="57" name="Shape 50"/>
          <p:cNvSpPr/>
          <p:nvPr/>
        </p:nvSpPr>
        <p:spPr>
          <a:xfrm>
            <a:off x="3422416" y="2043437"/>
            <a:ext cx="0" cy="1951947"/>
          </a:xfrm>
          <a:prstGeom prst="line">
            <a:avLst/>
          </a:prstGeom>
          <a:noFill/>
          <a:ln w="6350">
            <a:solidFill>
              <a:srgbClr val="F0F0F0"/>
            </a:solidFill>
            <a:prstDash val="solid"/>
          </a:ln>
        </p:spPr>
      </p:sp>
      <p:sp>
        <p:nvSpPr>
          <p:cNvPr id="58" name="Shape 51"/>
          <p:cNvSpPr/>
          <p:nvPr/>
        </p:nvSpPr>
        <p:spPr>
          <a:xfrm>
            <a:off x="3605296" y="2043437"/>
            <a:ext cx="0" cy="1951947"/>
          </a:xfrm>
          <a:prstGeom prst="line">
            <a:avLst/>
          </a:prstGeom>
          <a:noFill/>
          <a:ln w="6350">
            <a:solidFill>
              <a:srgbClr val="F0F0F0"/>
            </a:solidFill>
            <a:prstDash val="solid"/>
          </a:ln>
        </p:spPr>
      </p:sp>
      <p:sp>
        <p:nvSpPr>
          <p:cNvPr id="59" name="Shape 52"/>
          <p:cNvSpPr/>
          <p:nvPr/>
        </p:nvSpPr>
        <p:spPr>
          <a:xfrm>
            <a:off x="3788176" y="2043437"/>
            <a:ext cx="0" cy="1951947"/>
          </a:xfrm>
          <a:prstGeom prst="line">
            <a:avLst/>
          </a:prstGeom>
          <a:noFill/>
          <a:ln w="6350">
            <a:solidFill>
              <a:srgbClr val="F0F0F0"/>
            </a:solidFill>
            <a:prstDash val="solid"/>
          </a:ln>
        </p:spPr>
      </p:sp>
      <p:sp>
        <p:nvSpPr>
          <p:cNvPr id="60" name="Shape 53"/>
          <p:cNvSpPr/>
          <p:nvPr/>
        </p:nvSpPr>
        <p:spPr>
          <a:xfrm>
            <a:off x="3971056" y="2043437"/>
            <a:ext cx="0" cy="1951947"/>
          </a:xfrm>
          <a:prstGeom prst="line">
            <a:avLst/>
          </a:prstGeom>
          <a:noFill/>
          <a:ln w="6350">
            <a:solidFill>
              <a:srgbClr val="F0F0F0"/>
            </a:solidFill>
            <a:prstDash val="solid"/>
          </a:ln>
        </p:spPr>
      </p:sp>
      <p:sp>
        <p:nvSpPr>
          <p:cNvPr id="61" name="Shape 54"/>
          <p:cNvSpPr/>
          <p:nvPr/>
        </p:nvSpPr>
        <p:spPr>
          <a:xfrm>
            <a:off x="4153936" y="2043437"/>
            <a:ext cx="0" cy="1951947"/>
          </a:xfrm>
          <a:prstGeom prst="line">
            <a:avLst/>
          </a:prstGeom>
          <a:noFill/>
          <a:ln w="6350">
            <a:solidFill>
              <a:srgbClr val="F0F0F0"/>
            </a:solidFill>
            <a:prstDash val="solid"/>
          </a:ln>
        </p:spPr>
      </p:sp>
      <p:sp>
        <p:nvSpPr>
          <p:cNvPr id="62" name="Shape 55"/>
          <p:cNvSpPr/>
          <p:nvPr/>
        </p:nvSpPr>
        <p:spPr>
          <a:xfrm>
            <a:off x="4336816" y="2043437"/>
            <a:ext cx="0" cy="1951947"/>
          </a:xfrm>
          <a:prstGeom prst="line">
            <a:avLst/>
          </a:prstGeom>
          <a:noFill/>
          <a:ln w="6350">
            <a:solidFill>
              <a:srgbClr val="F0F0F0"/>
            </a:solidFill>
            <a:prstDash val="solid"/>
          </a:ln>
        </p:spPr>
      </p:sp>
      <p:sp>
        <p:nvSpPr>
          <p:cNvPr id="63" name="Shape 56"/>
          <p:cNvSpPr/>
          <p:nvPr/>
        </p:nvSpPr>
        <p:spPr>
          <a:xfrm>
            <a:off x="4519696" y="2043437"/>
            <a:ext cx="0" cy="1951947"/>
          </a:xfrm>
          <a:prstGeom prst="line">
            <a:avLst/>
          </a:prstGeom>
          <a:noFill/>
          <a:ln w="6350">
            <a:solidFill>
              <a:srgbClr val="F0F0F0"/>
            </a:solidFill>
            <a:prstDash val="solid"/>
          </a:ln>
        </p:spPr>
      </p:sp>
      <p:sp>
        <p:nvSpPr>
          <p:cNvPr id="64" name="Shape 57"/>
          <p:cNvSpPr/>
          <p:nvPr/>
        </p:nvSpPr>
        <p:spPr>
          <a:xfrm>
            <a:off x="4702576" y="2043437"/>
            <a:ext cx="0" cy="1951947"/>
          </a:xfrm>
          <a:prstGeom prst="line">
            <a:avLst/>
          </a:prstGeom>
          <a:noFill/>
          <a:ln w="6350">
            <a:solidFill>
              <a:srgbClr val="F0F0F0"/>
            </a:solidFill>
            <a:prstDash val="solid"/>
          </a:ln>
        </p:spPr>
      </p:sp>
      <p:sp>
        <p:nvSpPr>
          <p:cNvPr id="65" name="Shape 58"/>
          <p:cNvSpPr/>
          <p:nvPr/>
        </p:nvSpPr>
        <p:spPr>
          <a:xfrm>
            <a:off x="4885456" y="2043437"/>
            <a:ext cx="0" cy="1951947"/>
          </a:xfrm>
          <a:prstGeom prst="line">
            <a:avLst/>
          </a:prstGeom>
          <a:noFill/>
          <a:ln w="6350">
            <a:solidFill>
              <a:srgbClr val="F0F0F0"/>
            </a:solidFill>
            <a:prstDash val="solid"/>
          </a:ln>
        </p:spPr>
      </p:sp>
      <p:sp>
        <p:nvSpPr>
          <p:cNvPr id="66" name="Shape 59"/>
          <p:cNvSpPr/>
          <p:nvPr/>
        </p:nvSpPr>
        <p:spPr>
          <a:xfrm>
            <a:off x="5068336" y="2043437"/>
            <a:ext cx="0" cy="1951947"/>
          </a:xfrm>
          <a:prstGeom prst="line">
            <a:avLst/>
          </a:prstGeom>
          <a:noFill/>
          <a:ln w="6350">
            <a:solidFill>
              <a:srgbClr val="F0F0F0"/>
            </a:solidFill>
            <a:prstDash val="solid"/>
          </a:ln>
        </p:spPr>
      </p:sp>
      <p:sp>
        <p:nvSpPr>
          <p:cNvPr id="67" name="Shape 60"/>
          <p:cNvSpPr/>
          <p:nvPr/>
        </p:nvSpPr>
        <p:spPr>
          <a:xfrm>
            <a:off x="5251216" y="2043437"/>
            <a:ext cx="0" cy="1951947"/>
          </a:xfrm>
          <a:prstGeom prst="line">
            <a:avLst/>
          </a:prstGeom>
          <a:noFill/>
          <a:ln w="6350">
            <a:solidFill>
              <a:srgbClr val="F0F0F0"/>
            </a:solidFill>
            <a:prstDash val="solid"/>
          </a:ln>
        </p:spPr>
      </p:sp>
      <p:sp>
        <p:nvSpPr>
          <p:cNvPr id="68" name="Shape 61"/>
          <p:cNvSpPr/>
          <p:nvPr/>
        </p:nvSpPr>
        <p:spPr>
          <a:xfrm>
            <a:off x="5434096" y="2043437"/>
            <a:ext cx="0" cy="1951947"/>
          </a:xfrm>
          <a:prstGeom prst="line">
            <a:avLst/>
          </a:prstGeom>
          <a:noFill/>
          <a:ln w="6350">
            <a:solidFill>
              <a:srgbClr val="F0F0F0"/>
            </a:solidFill>
            <a:prstDash val="solid"/>
          </a:ln>
        </p:spPr>
      </p:sp>
      <p:sp>
        <p:nvSpPr>
          <p:cNvPr id="69" name="Shape 62"/>
          <p:cNvSpPr/>
          <p:nvPr/>
        </p:nvSpPr>
        <p:spPr>
          <a:xfrm>
            <a:off x="1776496" y="2272037"/>
            <a:ext cx="1463040" cy="1371600"/>
          </a:xfrm>
          <a:prstGeom prst="rect">
            <a:avLst/>
          </a:prstGeom>
          <a:solidFill>
            <a:srgbClr val="FFFFFF"/>
          </a:solidFill>
          <a:ln w="15875">
            <a:solidFill>
              <a:srgbClr val="1F7A5C"/>
            </a:solidFill>
            <a:prstDash val="solid"/>
          </a:ln>
        </p:spPr>
      </p:sp>
      <p:sp>
        <p:nvSpPr>
          <p:cNvPr id="70" name="Shape 63"/>
          <p:cNvSpPr/>
          <p:nvPr/>
        </p:nvSpPr>
        <p:spPr>
          <a:xfrm>
            <a:off x="1776496" y="2272037"/>
            <a:ext cx="1463040" cy="274320"/>
          </a:xfrm>
          <a:prstGeom prst="rect">
            <a:avLst/>
          </a:prstGeom>
          <a:solidFill>
            <a:srgbClr val="D6EEDF"/>
          </a:solidFill>
          <a:ln w="12700">
            <a:solidFill>
              <a:srgbClr val="D6EEDF"/>
            </a:solidFill>
            <a:prstDash val="solid"/>
          </a:ln>
        </p:spPr>
      </p:sp>
      <p:sp>
        <p:nvSpPr>
          <p:cNvPr id="71" name="Text 64"/>
          <p:cNvSpPr txBox="1"/>
          <p:nvPr/>
        </p:nvSpPr>
        <p:spPr>
          <a:xfrm>
            <a:off x="1776496" y="2272037"/>
            <a:ext cx="1463040" cy="274320"/>
          </a:xfrm>
          <a:prstGeom prst="rect">
            <a:avLst/>
          </a:prstGeom>
          <a:noFill/>
          <a:ln/>
        </p:spPr>
        <p:txBody>
          <a:bodyPr wrap="square" lIns="0" tIns="0" rIns="0" bIns="0" rtlCol="0" anchor="ctr"/>
          <a:lstStyle/>
          <a:p>
            <a:pPr algn="ctr" indent="0" marL="0">
              <a:buNone/>
            </a:pPr>
            <a:r>
              <a:rPr lang="en-US" sz="850" b="1" dirty="0">
                <a:solidFill>
                  <a:srgbClr val="1E2A26"/>
                </a:solidFill>
                <a:latin typeface="Arial" pitchFamily="34" charset="0"/>
                <a:ea typeface="Arial" pitchFamily="34" charset="-122"/>
                <a:cs typeface="Arial" pitchFamily="34" charset="-120"/>
              </a:rPr>
              <a:t>SANTRI</a:t>
            </a:r>
            <a:endParaRPr lang="en-US" sz="850" dirty="0"/>
          </a:p>
        </p:txBody>
      </p:sp>
      <p:sp>
        <p:nvSpPr>
          <p:cNvPr id="72" name="Text 65"/>
          <p:cNvSpPr txBox="1"/>
          <p:nvPr/>
        </p:nvSpPr>
        <p:spPr>
          <a:xfrm>
            <a:off x="1849648" y="2592077"/>
            <a:ext cx="1371600" cy="228600"/>
          </a:xfrm>
          <a:prstGeom prst="rect">
            <a:avLst/>
          </a:prstGeom>
          <a:noFill/>
          <a:ln/>
        </p:spPr>
        <p:txBody>
          <a:bodyPr wrap="square" lIns="0" tIns="0" rIns="0" bIns="0" rtlCol="0" anchor="t"/>
          <a:lstStyle/>
          <a:p>
            <a:pPr indent="0" marL="0">
              <a:buNone/>
            </a:pPr>
            <a:r>
              <a:rPr lang="en-US" sz="750" b="1" dirty="0">
                <a:solidFill>
                  <a:srgbClr val="1E2A26"/>
                </a:solidFill>
                <a:latin typeface="Arial" pitchFamily="34" charset="0"/>
                <a:ea typeface="Arial" pitchFamily="34" charset="-122"/>
                <a:cs typeface="Arial" pitchFamily="34" charset="-120"/>
              </a:rPr>
              <a:t>Kode (PK)</a:t>
            </a:r>
            <a:endParaRPr lang="en-US" sz="750" dirty="0"/>
          </a:p>
        </p:txBody>
      </p:sp>
      <p:sp>
        <p:nvSpPr>
          <p:cNvPr id="73" name="Text 66"/>
          <p:cNvSpPr txBox="1"/>
          <p:nvPr/>
        </p:nvSpPr>
        <p:spPr>
          <a:xfrm>
            <a:off x="1849648" y="2838965"/>
            <a:ext cx="1371600" cy="228600"/>
          </a:xfrm>
          <a:prstGeom prst="rect">
            <a:avLst/>
          </a:prstGeom>
          <a:noFill/>
          <a:ln/>
        </p:spPr>
        <p:txBody>
          <a:bodyPr wrap="square" lIns="0" tIns="0" rIns="0" bIns="0" rtlCol="0" anchor="t"/>
          <a:lstStyle/>
          <a:p>
            <a:pPr indent="0" marL="0">
              <a:buNone/>
            </a:pPr>
            <a:r>
              <a:rPr lang="en-US" sz="750" dirty="0">
                <a:solidFill>
                  <a:srgbClr val="1E2A26"/>
                </a:solidFill>
                <a:latin typeface="Arial" pitchFamily="34" charset="0"/>
                <a:ea typeface="Arial" pitchFamily="34" charset="-122"/>
                <a:cs typeface="Arial" pitchFamily="34" charset="-120"/>
              </a:rPr>
              <a:t>Nama</a:t>
            </a:r>
            <a:endParaRPr lang="en-US" sz="750" dirty="0"/>
          </a:p>
        </p:txBody>
      </p:sp>
      <p:sp>
        <p:nvSpPr>
          <p:cNvPr id="74" name="Text 67"/>
          <p:cNvSpPr txBox="1"/>
          <p:nvPr/>
        </p:nvSpPr>
        <p:spPr>
          <a:xfrm>
            <a:off x="1849648" y="3085853"/>
            <a:ext cx="1371600" cy="228600"/>
          </a:xfrm>
          <a:prstGeom prst="rect">
            <a:avLst/>
          </a:prstGeom>
          <a:noFill/>
          <a:ln/>
        </p:spPr>
        <p:txBody>
          <a:bodyPr wrap="square" lIns="0" tIns="0" rIns="0" bIns="0" rtlCol="0" anchor="t"/>
          <a:lstStyle/>
          <a:p>
            <a:pPr indent="0" marL="0">
              <a:buNone/>
            </a:pPr>
            <a:r>
              <a:rPr lang="en-US" sz="750" dirty="0">
                <a:solidFill>
                  <a:srgbClr val="1E2A26"/>
                </a:solidFill>
                <a:latin typeface="Arial" pitchFamily="34" charset="0"/>
                <a:ea typeface="Arial" pitchFamily="34" charset="-122"/>
                <a:cs typeface="Arial" pitchFamily="34" charset="-120"/>
              </a:rPr>
              <a:t>Kelas</a:t>
            </a:r>
            <a:endParaRPr lang="en-US" sz="750" dirty="0"/>
          </a:p>
        </p:txBody>
      </p:sp>
      <p:sp>
        <p:nvSpPr>
          <p:cNvPr id="75" name="Text 68"/>
          <p:cNvSpPr txBox="1"/>
          <p:nvPr/>
        </p:nvSpPr>
        <p:spPr>
          <a:xfrm>
            <a:off x="1849648" y="3332741"/>
            <a:ext cx="1371600" cy="228600"/>
          </a:xfrm>
          <a:prstGeom prst="rect">
            <a:avLst/>
          </a:prstGeom>
          <a:noFill/>
          <a:ln/>
        </p:spPr>
        <p:txBody>
          <a:bodyPr wrap="square" lIns="0" tIns="0" rIns="0" bIns="0" rtlCol="0" anchor="t"/>
          <a:lstStyle/>
          <a:p>
            <a:pPr indent="0" marL="0">
              <a:buNone/>
            </a:pPr>
            <a:r>
              <a:rPr lang="en-US" sz="750" dirty="0">
                <a:solidFill>
                  <a:srgbClr val="1E2A26"/>
                </a:solidFill>
                <a:latin typeface="Arial" pitchFamily="34" charset="0"/>
                <a:ea typeface="Arial" pitchFamily="34" charset="-122"/>
                <a:cs typeface="Arial" pitchFamily="34" charset="-120"/>
              </a:rPr>
              <a:t>Halaqah</a:t>
            </a:r>
            <a:endParaRPr lang="en-US" sz="750" dirty="0"/>
          </a:p>
        </p:txBody>
      </p:sp>
      <p:sp>
        <p:nvSpPr>
          <p:cNvPr id="76" name="Shape 69"/>
          <p:cNvSpPr/>
          <p:nvPr/>
        </p:nvSpPr>
        <p:spPr>
          <a:xfrm>
            <a:off x="3788176" y="2272037"/>
            <a:ext cx="1463040" cy="1371600"/>
          </a:xfrm>
          <a:prstGeom prst="rect">
            <a:avLst/>
          </a:prstGeom>
          <a:solidFill>
            <a:srgbClr val="FFFFFF"/>
          </a:solidFill>
          <a:ln w="15875">
            <a:solidFill>
              <a:srgbClr val="1F7A5C"/>
            </a:solidFill>
            <a:prstDash val="solid"/>
          </a:ln>
        </p:spPr>
      </p:sp>
      <p:sp>
        <p:nvSpPr>
          <p:cNvPr id="77" name="Shape 70"/>
          <p:cNvSpPr/>
          <p:nvPr/>
        </p:nvSpPr>
        <p:spPr>
          <a:xfrm>
            <a:off x="3788176" y="2272037"/>
            <a:ext cx="1463040" cy="274320"/>
          </a:xfrm>
          <a:prstGeom prst="rect">
            <a:avLst/>
          </a:prstGeom>
          <a:solidFill>
            <a:srgbClr val="D6EEDF"/>
          </a:solidFill>
          <a:ln w="12700">
            <a:solidFill>
              <a:srgbClr val="D6EEDF"/>
            </a:solidFill>
            <a:prstDash val="solid"/>
          </a:ln>
        </p:spPr>
      </p:sp>
      <p:sp>
        <p:nvSpPr>
          <p:cNvPr id="78" name="Text 71"/>
          <p:cNvSpPr txBox="1"/>
          <p:nvPr/>
        </p:nvSpPr>
        <p:spPr>
          <a:xfrm>
            <a:off x="3788176" y="2272037"/>
            <a:ext cx="1463040" cy="274320"/>
          </a:xfrm>
          <a:prstGeom prst="rect">
            <a:avLst/>
          </a:prstGeom>
          <a:noFill/>
          <a:ln/>
        </p:spPr>
        <p:txBody>
          <a:bodyPr wrap="square" lIns="0" tIns="0" rIns="0" bIns="0" rtlCol="0" anchor="ctr"/>
          <a:lstStyle/>
          <a:p>
            <a:pPr algn="ctr" indent="0" marL="0">
              <a:buNone/>
            </a:pPr>
            <a:r>
              <a:rPr lang="en-US" sz="850" b="1" dirty="0">
                <a:solidFill>
                  <a:srgbClr val="1E2A26"/>
                </a:solidFill>
                <a:latin typeface="Arial" pitchFamily="34" charset="0"/>
                <a:ea typeface="Arial" pitchFamily="34" charset="-122"/>
                <a:cs typeface="Arial" pitchFamily="34" charset="-120"/>
              </a:rPr>
              <a:t>SETORAN</a:t>
            </a:r>
            <a:endParaRPr lang="en-US" sz="850" dirty="0"/>
          </a:p>
        </p:txBody>
      </p:sp>
      <p:sp>
        <p:nvSpPr>
          <p:cNvPr id="79" name="Text 72"/>
          <p:cNvSpPr txBox="1"/>
          <p:nvPr/>
        </p:nvSpPr>
        <p:spPr>
          <a:xfrm>
            <a:off x="3861328" y="2592077"/>
            <a:ext cx="1371600" cy="228600"/>
          </a:xfrm>
          <a:prstGeom prst="rect">
            <a:avLst/>
          </a:prstGeom>
          <a:noFill/>
          <a:ln/>
        </p:spPr>
        <p:txBody>
          <a:bodyPr wrap="square" lIns="0" tIns="0" rIns="0" bIns="0" rtlCol="0" anchor="t"/>
          <a:lstStyle/>
          <a:p>
            <a:pPr indent="0" marL="0">
              <a:buNone/>
            </a:pPr>
            <a:r>
              <a:rPr lang="en-US" sz="750" dirty="0">
                <a:solidFill>
                  <a:srgbClr val="1E2A26"/>
                </a:solidFill>
                <a:latin typeface="Arial" pitchFamily="34" charset="0"/>
                <a:ea typeface="Arial" pitchFamily="34" charset="-122"/>
                <a:cs typeface="Arial" pitchFamily="34" charset="-120"/>
              </a:rPr>
              <a:t>Tanggal</a:t>
            </a:r>
            <a:endParaRPr lang="en-US" sz="750" dirty="0"/>
          </a:p>
        </p:txBody>
      </p:sp>
      <p:sp>
        <p:nvSpPr>
          <p:cNvPr id="80" name="Text 73"/>
          <p:cNvSpPr txBox="1"/>
          <p:nvPr/>
        </p:nvSpPr>
        <p:spPr>
          <a:xfrm>
            <a:off x="3861328" y="2838965"/>
            <a:ext cx="1371600" cy="228600"/>
          </a:xfrm>
          <a:prstGeom prst="rect">
            <a:avLst/>
          </a:prstGeom>
          <a:noFill/>
          <a:ln/>
        </p:spPr>
        <p:txBody>
          <a:bodyPr wrap="square" lIns="0" tIns="0" rIns="0" bIns="0" rtlCol="0" anchor="t"/>
          <a:lstStyle/>
          <a:p>
            <a:pPr indent="0" marL="0">
              <a:buNone/>
            </a:pPr>
            <a:r>
              <a:rPr lang="en-US" sz="750" b="1" dirty="0">
                <a:solidFill>
                  <a:srgbClr val="1E2A26"/>
                </a:solidFill>
                <a:latin typeface="Arial" pitchFamily="34" charset="0"/>
                <a:ea typeface="Arial" pitchFamily="34" charset="-122"/>
                <a:cs typeface="Arial" pitchFamily="34" charset="-120"/>
              </a:rPr>
              <a:t>Kode (FK)</a:t>
            </a:r>
            <a:endParaRPr lang="en-US" sz="750" dirty="0"/>
          </a:p>
        </p:txBody>
      </p:sp>
      <p:sp>
        <p:nvSpPr>
          <p:cNvPr id="81" name="Text 74"/>
          <p:cNvSpPr txBox="1"/>
          <p:nvPr/>
        </p:nvSpPr>
        <p:spPr>
          <a:xfrm>
            <a:off x="3861328" y="3085853"/>
            <a:ext cx="1371600" cy="228600"/>
          </a:xfrm>
          <a:prstGeom prst="rect">
            <a:avLst/>
          </a:prstGeom>
          <a:noFill/>
          <a:ln/>
        </p:spPr>
        <p:txBody>
          <a:bodyPr wrap="square" lIns="0" tIns="0" rIns="0" bIns="0" rtlCol="0" anchor="t"/>
          <a:lstStyle/>
          <a:p>
            <a:pPr indent="0" marL="0">
              <a:buNone/>
            </a:pPr>
            <a:r>
              <a:rPr lang="en-US" sz="750" dirty="0">
                <a:solidFill>
                  <a:srgbClr val="1E2A26"/>
                </a:solidFill>
                <a:latin typeface="Arial" pitchFamily="34" charset="0"/>
                <a:ea typeface="Arial" pitchFamily="34" charset="-122"/>
                <a:cs typeface="Arial" pitchFamily="34" charset="-120"/>
              </a:rPr>
              <a:t>Surat</a:t>
            </a:r>
            <a:endParaRPr lang="en-US" sz="750" dirty="0"/>
          </a:p>
        </p:txBody>
      </p:sp>
      <p:sp>
        <p:nvSpPr>
          <p:cNvPr id="82" name="Text 75"/>
          <p:cNvSpPr txBox="1"/>
          <p:nvPr/>
        </p:nvSpPr>
        <p:spPr>
          <a:xfrm>
            <a:off x="3861328" y="3332741"/>
            <a:ext cx="1371600" cy="228600"/>
          </a:xfrm>
          <a:prstGeom prst="rect">
            <a:avLst/>
          </a:prstGeom>
          <a:noFill/>
          <a:ln/>
        </p:spPr>
        <p:txBody>
          <a:bodyPr wrap="square" lIns="0" tIns="0" rIns="0" bIns="0" rtlCol="0" anchor="t"/>
          <a:lstStyle/>
          <a:p>
            <a:pPr indent="0" marL="0">
              <a:buNone/>
            </a:pPr>
            <a:r>
              <a:rPr lang="en-US" sz="750" dirty="0">
                <a:solidFill>
                  <a:srgbClr val="1E2A26"/>
                </a:solidFill>
                <a:latin typeface="Arial" pitchFamily="34" charset="0"/>
                <a:ea typeface="Arial" pitchFamily="34" charset="-122"/>
                <a:cs typeface="Arial" pitchFamily="34" charset="-120"/>
              </a:rPr>
              <a:t>Ayat</a:t>
            </a:r>
            <a:endParaRPr lang="en-US" sz="750" dirty="0"/>
          </a:p>
        </p:txBody>
      </p:sp>
      <p:sp>
        <p:nvSpPr>
          <p:cNvPr id="83" name="Shape 76"/>
          <p:cNvSpPr/>
          <p:nvPr/>
        </p:nvSpPr>
        <p:spPr>
          <a:xfrm>
            <a:off x="3239536" y="2710949"/>
            <a:ext cx="731520" cy="228600"/>
          </a:xfrm>
          <a:prstGeom prst="line">
            <a:avLst/>
          </a:prstGeom>
          <a:noFill/>
          <a:ln w="12700">
            <a:solidFill>
              <a:srgbClr val="444444"/>
            </a:solidFill>
            <a:prstDash val="solid"/>
            <a:tailEnd type="triangle"/>
          </a:ln>
        </p:spPr>
      </p:sp>
      <p:sp>
        <p:nvSpPr>
          <p:cNvPr id="84" name="Shape 77"/>
          <p:cNvSpPr/>
          <p:nvPr/>
        </p:nvSpPr>
        <p:spPr>
          <a:xfrm>
            <a:off x="1666768" y="2162309"/>
            <a:ext cx="3785616" cy="1636776"/>
          </a:xfrm>
          <a:prstGeom prst="roundRect">
            <a:avLst>
              <a:gd name="adj" fmla="val 2793"/>
            </a:avLst>
          </a:prstGeom>
          <a:solidFill>
            <a:srgbClr val="FFFFFF">
              <a:alpha val="0"/>
            </a:srgbClr>
          </a:solidFill>
          <a:ln w="31750">
            <a:solidFill>
              <a:srgbClr val="E53935"/>
            </a:solidFill>
            <a:prstDash val="solid"/>
          </a:ln>
        </p:spPr>
      </p:sp>
      <p:sp>
        <p:nvSpPr>
          <p:cNvPr id="85" name="Shape 78"/>
          <p:cNvSpPr/>
          <p:nvPr/>
        </p:nvSpPr>
        <p:spPr>
          <a:xfrm>
            <a:off x="5315224" y="2025149"/>
            <a:ext cx="274320" cy="274320"/>
          </a:xfrm>
          <a:prstGeom prst="ellipse">
            <a:avLst/>
          </a:prstGeom>
          <a:solidFill>
            <a:srgbClr val="E53935"/>
          </a:solidFill>
          <a:ln w="12700">
            <a:solidFill>
              <a:srgbClr val="FFFFFF"/>
            </a:solidFill>
            <a:prstDash val="solid"/>
          </a:ln>
        </p:spPr>
      </p:sp>
      <p:sp>
        <p:nvSpPr>
          <p:cNvPr id="86" name="Text 79"/>
          <p:cNvSpPr txBox="1"/>
          <p:nvPr/>
        </p:nvSpPr>
        <p:spPr>
          <a:xfrm>
            <a:off x="5315224" y="20251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87" name="Image 5" descr="preencoded.png">    </p:cNvPr>
          <p:cNvPicPr>
            <a:picLocks noChangeAspect="1"/>
          </p:cNvPicPr>
          <p:nvPr/>
        </p:nvPicPr>
        <p:blipFill>
          <a:blip r:embed="rId6"/>
          <a:stretch>
            <a:fillRect/>
          </a:stretch>
        </p:blipFill>
        <p:spPr>
          <a:xfrm>
            <a:off x="3747028" y="3060707"/>
            <a:ext cx="237744" cy="237744"/>
          </a:xfrm>
          <a:prstGeom prst="rect">
            <a:avLst/>
          </a:prstGeom>
        </p:spPr>
      </p:pic>
      <p:sp>
        <p:nvSpPr>
          <p:cNvPr id="88" name="Text 8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89" name="Text 8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Gambar diagram relasi di diagrams.net</a:t>
            </a:r>
            <a:endParaRPr lang="en-US" sz="1800" dirty="0"/>
          </a:p>
        </p:txBody>
      </p:sp>
      <p:sp>
        <p:nvSpPr>
          <p:cNvPr id="90" name="Text 8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diagrams.net. Gambar setiap tabel sebagai kotak berisi daftar kolom. Hubungkan kolom kunci dengan garis.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Diagram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Proposal_Solusi_Kel3 -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Proposal_Solusi_Kel3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5. Rancangan: Database</a:t>
            </a:r>
            <a:endParaRPr lang="en-US" sz="1100" dirty="0"/>
          </a:p>
        </p:txBody>
      </p:sp>
      <p:sp>
        <p:nvSpPr>
          <p:cNvPr id="70" name="Shape 59"/>
          <p:cNvSpPr/>
          <p:nvPr/>
        </p:nvSpPr>
        <p:spPr>
          <a:xfrm>
            <a:off x="2514600" y="2876938"/>
            <a:ext cx="1097280" cy="731520"/>
          </a:xfrm>
          <a:prstGeom prst="rect">
            <a:avLst/>
          </a:prstGeom>
          <a:solidFill>
            <a:srgbClr val="A7CBEE"/>
          </a:solidFill>
          <a:ln w="12700">
            <a:solidFill>
              <a:srgbClr val="A7CBEE"/>
            </a:solidFill>
            <a:prstDash val="solid"/>
          </a:ln>
        </p:spPr>
      </p:sp>
      <p:sp>
        <p:nvSpPr>
          <p:cNvPr id="71" name="Shape 60"/>
          <p:cNvSpPr/>
          <p:nvPr/>
        </p:nvSpPr>
        <p:spPr>
          <a:xfrm>
            <a:off x="3246120" y="2986666"/>
            <a:ext cx="182880" cy="182880"/>
          </a:xfrm>
          <a:prstGeom prst="ellipse">
            <a:avLst/>
          </a:prstGeom>
          <a:solidFill>
            <a:srgbClr val="FBBC05"/>
          </a:solidFill>
          <a:ln/>
        </p:spPr>
      </p:sp>
      <p:sp>
        <p:nvSpPr>
          <p:cNvPr id="72" name="Shape 61"/>
          <p:cNvSpPr/>
          <p:nvPr/>
        </p:nvSpPr>
        <p:spPr>
          <a:xfrm>
            <a:off x="2606040" y="3196978"/>
            <a:ext cx="640080" cy="411480"/>
          </a:xfrm>
          <a:prstGeom prst="triangle">
            <a:avLst/>
          </a:prstGeom>
          <a:solidFill>
            <a:srgbClr val="34A853"/>
          </a:solidFill>
          <a:ln/>
        </p:spPr>
      </p:sp>
      <p:sp>
        <p:nvSpPr>
          <p:cNvPr id="73" name="Shape 62"/>
          <p:cNvSpPr/>
          <p:nvPr/>
        </p:nvSpPr>
        <p:spPr>
          <a:xfrm>
            <a:off x="2487168" y="2849506"/>
            <a:ext cx="1152144" cy="786384"/>
          </a:xfrm>
          <a:prstGeom prst="roundRect">
            <a:avLst>
              <a:gd name="adj" fmla="val 5814"/>
            </a:avLst>
          </a:prstGeom>
          <a:solidFill>
            <a:srgbClr val="FFFFFF">
              <a:alpha val="0"/>
            </a:srgbClr>
          </a:solidFill>
          <a:ln w="31750">
            <a:solidFill>
              <a:srgbClr val="E53935"/>
            </a:solidFill>
            <a:prstDash val="solid"/>
          </a:ln>
        </p:spPr>
      </p:sp>
      <p:sp>
        <p:nvSpPr>
          <p:cNvPr id="74" name="Shape 63"/>
          <p:cNvSpPr/>
          <p:nvPr/>
        </p:nvSpPr>
        <p:spPr>
          <a:xfrm>
            <a:off x="3502152" y="2712346"/>
            <a:ext cx="274320" cy="274320"/>
          </a:xfrm>
          <a:prstGeom prst="ellipse">
            <a:avLst/>
          </a:prstGeom>
          <a:solidFill>
            <a:srgbClr val="E53935"/>
          </a:solidFill>
          <a:ln w="12700">
            <a:solidFill>
              <a:srgbClr val="FFFFFF"/>
            </a:solidFill>
            <a:prstDash val="solid"/>
          </a:ln>
        </p:spPr>
      </p:sp>
      <p:sp>
        <p:nvSpPr>
          <p:cNvPr id="75" name="Text 64"/>
          <p:cNvSpPr txBox="1"/>
          <p:nvPr/>
        </p:nvSpPr>
        <p:spPr>
          <a:xfrm>
            <a:off x="350215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76" name="Image 9" descr="preencoded.png">    </p:cNvPr>
          <p:cNvPicPr>
            <a:picLocks noChangeAspect="1"/>
          </p:cNvPicPr>
          <p:nvPr/>
        </p:nvPicPr>
        <p:blipFill>
          <a:blip r:embed="rId10"/>
          <a:stretch>
            <a:fillRect/>
          </a:stretch>
        </p:blipFill>
        <p:spPr>
          <a:xfrm>
            <a:off x="3118104" y="3279274"/>
            <a:ext cx="237744" cy="237744"/>
          </a:xfrm>
          <a:prstGeom prst="rect">
            <a:avLst/>
          </a:prstGeom>
        </p:spPr>
      </p:pic>
      <p:sp>
        <p:nvSpPr>
          <p:cNvPr id="77" name="Text 6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78" name="Text 6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Ekspor PNG, masukkan ke proposal</a:t>
            </a:r>
            <a:endParaRPr lang="en-US" sz="1800" dirty="0"/>
          </a:p>
        </p:txBody>
      </p:sp>
      <p:sp>
        <p:nvSpPr>
          <p:cNvPr id="79" name="Text 6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File › Export as › PNG. Sisipkan ke dokumen proposal bagian Rancangan.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19</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mengumpulkan: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Hasil latihan: 3 tabel peminjaman buku dengan PK dan FK.</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Daftar data aplikasi kelompok.</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rancangan: nama tabel, kolom, kunci.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Diagram relasi (PNG) di proposal.</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duplikasi data</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Data dipecah menjadi 2 tabel</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Kunci penghubung ditentukan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Diagram relasi digambar</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data sebaiknya ditulis di satu tempat saja?</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Tabel apa saja yang dibutuhkan aplikasi kelompokmu?</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Rapi dalam mencatat adalah bagian dari amanah. Data yang tertata memudahkan semua orang.</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Menghubungkan tabel di Google Sheets dengan VLOOKUP.</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20</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Menghubungkan Tabel dengan VLOOKUP</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Mengambil data dari tabel lain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7: Database Sederhana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Di tabel Setoran hanya ada kode S001. Bagaimana menampilkan nama Ahmad di sebelahnya secara otomatis?</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20</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tabel-tabel berhubungan di Google Sheets</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Menggunakan VLOOKUP untuk mengambil data dari tabel lain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dropdown kode dari tabel utama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Cara Kerja VLOOKUP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8229600" cy="777240"/>
          </a:xfrm>
          <a:prstGeom prst="roundRect">
            <a:avLst>
              <a:gd name="adj" fmla="val 9412"/>
            </a:avLst>
          </a:prstGeom>
          <a:solidFill>
            <a:srgbClr val="FFFFFF"/>
          </a:solidFill>
          <a:ln w="19050">
            <a:solidFill>
              <a:srgbClr val="1F7A5C"/>
            </a:solidFill>
            <a:prstDash val="solid"/>
          </a:ln>
        </p:spPr>
      </p:sp>
      <p:sp>
        <p:nvSpPr>
          <p:cNvPr id="10" name="Text 6"/>
          <p:cNvSpPr txBox="1"/>
          <p:nvPr/>
        </p:nvSpPr>
        <p:spPr>
          <a:xfrm>
            <a:off x="548640" y="1097280"/>
            <a:ext cx="8046720" cy="777240"/>
          </a:xfrm>
          <a:prstGeom prst="rect">
            <a:avLst/>
          </a:prstGeom>
          <a:noFill/>
          <a:ln/>
        </p:spPr>
        <p:txBody>
          <a:bodyPr wrap="square" lIns="0" tIns="0" rIns="0" bIns="0" rtlCol="0" anchor="ctr"/>
          <a:lstStyle/>
          <a:p>
            <a:pPr algn="ctr" indent="0" marL="0">
              <a:buNone/>
            </a:pPr>
            <a:r>
              <a:rPr lang="en-US" sz="2400" b="1" dirty="0">
                <a:solidFill>
                  <a:srgbClr val="0078D4"/>
                </a:solidFill>
                <a:latin typeface="Courier New" pitchFamily="34" charset="0"/>
                <a:ea typeface="Courier New" pitchFamily="34" charset="-122"/>
                <a:cs typeface="Courier New" pitchFamily="34" charset="-120"/>
              </a:rPr>
              <a:t>=VLOOKUP(</a:t>
            </a:r>
            <a:pPr algn="ctr" indent="0" marL="0">
              <a:buNone/>
            </a:pPr>
            <a:r>
              <a:rPr lang="en-US" sz="2400" b="1" dirty="0">
                <a:solidFill>
                  <a:srgbClr val="E53935"/>
                </a:solidFill>
                <a:latin typeface="Courier New" pitchFamily="34" charset="0"/>
                <a:ea typeface="Courier New" pitchFamily="34" charset="-122"/>
                <a:cs typeface="Courier New" pitchFamily="34" charset="-120"/>
              </a:rPr>
              <a:t>B2</a:t>
            </a:r>
            <a:pPr algn="ctr" indent="0" marL="0">
              <a:buNone/>
            </a:pPr>
            <a:r>
              <a:rPr lang="en-US" sz="2400" dirty="0">
                <a:solidFill>
                  <a:srgbClr val="1E2A26"/>
                </a:solidFill>
                <a:latin typeface="Courier New" pitchFamily="34" charset="0"/>
                <a:ea typeface="Courier New" pitchFamily="34" charset="-122"/>
                <a:cs typeface="Courier New" pitchFamily="34" charset="-120"/>
              </a:rPr>
              <a:t>, </a:t>
            </a:r>
            <a:pPr algn="ctr" indent="0" marL="0">
              <a:buNone/>
            </a:pPr>
            <a:r>
              <a:rPr lang="en-US" sz="2400" b="1" dirty="0">
                <a:solidFill>
                  <a:srgbClr val="1F7A5C"/>
                </a:solidFill>
                <a:latin typeface="Courier New" pitchFamily="34" charset="0"/>
                <a:ea typeface="Courier New" pitchFamily="34" charset="-122"/>
                <a:cs typeface="Courier New" pitchFamily="34" charset="-120"/>
              </a:rPr>
              <a:t>Santri!A:D</a:t>
            </a:r>
            <a:pPr algn="ctr" indent="0" marL="0">
              <a:buNone/>
            </a:pPr>
            <a:r>
              <a:rPr lang="en-US" sz="2400" dirty="0">
                <a:solidFill>
                  <a:srgbClr val="1E2A26"/>
                </a:solidFill>
                <a:latin typeface="Courier New" pitchFamily="34" charset="0"/>
                <a:ea typeface="Courier New" pitchFamily="34" charset="-122"/>
                <a:cs typeface="Courier New" pitchFamily="34" charset="-120"/>
              </a:rPr>
              <a:t>, </a:t>
            </a:r>
            <a:pPr algn="ctr" indent="0" marL="0">
              <a:buNone/>
            </a:pPr>
            <a:r>
              <a:rPr lang="en-US" sz="2400" b="1" dirty="0">
                <a:solidFill>
                  <a:srgbClr val="8E44AD"/>
                </a:solidFill>
                <a:latin typeface="Courier New" pitchFamily="34" charset="0"/>
                <a:ea typeface="Courier New" pitchFamily="34" charset="-122"/>
                <a:cs typeface="Courier New" pitchFamily="34" charset="-120"/>
              </a:rPr>
              <a:t>2</a:t>
            </a:r>
            <a:pPr algn="ctr" indent="0" marL="0">
              <a:buNone/>
            </a:pPr>
            <a:r>
              <a:rPr lang="en-US" sz="2400" dirty="0">
                <a:solidFill>
                  <a:srgbClr val="1E2A26"/>
                </a:solidFill>
                <a:latin typeface="Courier New" pitchFamily="34" charset="0"/>
                <a:ea typeface="Courier New" pitchFamily="34" charset="-122"/>
                <a:cs typeface="Courier New" pitchFamily="34" charset="-120"/>
              </a:rPr>
              <a:t>, </a:t>
            </a:r>
            <a:pPr algn="ctr" indent="0" marL="0">
              <a:buNone/>
            </a:pPr>
            <a:r>
              <a:rPr lang="en-US" sz="2400" b="1" dirty="0">
                <a:solidFill>
                  <a:srgbClr val="D4A017"/>
                </a:solidFill>
                <a:latin typeface="Courier New" pitchFamily="34" charset="0"/>
                <a:ea typeface="Courier New" pitchFamily="34" charset="-122"/>
                <a:cs typeface="Courier New" pitchFamily="34" charset="-120"/>
              </a:rPr>
              <a:t>FALSE</a:t>
            </a:r>
            <a:pPr algn="ctr" indent="0" marL="0">
              <a:buNone/>
            </a:pPr>
            <a:r>
              <a:rPr lang="en-US" sz="2400" b="1" dirty="0">
                <a:solidFill>
                  <a:srgbClr val="0078D4"/>
                </a:solidFill>
                <a:latin typeface="Courier New" pitchFamily="34" charset="0"/>
                <a:ea typeface="Courier New" pitchFamily="34" charset="-122"/>
                <a:cs typeface="Courier New" pitchFamily="34" charset="-120"/>
              </a:rPr>
              <a:t>)</a:t>
            </a:r>
            <a:endParaRPr lang="en-US" sz="2400" dirty="0"/>
          </a:p>
        </p:txBody>
      </p:sp>
      <p:sp>
        <p:nvSpPr>
          <p:cNvPr id="11" name="Shape 7"/>
          <p:cNvSpPr/>
          <p:nvPr/>
        </p:nvSpPr>
        <p:spPr>
          <a:xfrm>
            <a:off x="457200" y="2057400"/>
            <a:ext cx="1965960" cy="1143000"/>
          </a:xfrm>
          <a:prstGeom prst="roundRect">
            <a:avLst>
              <a:gd name="adj" fmla="val 8000"/>
            </a:avLst>
          </a:prstGeom>
          <a:solidFill>
            <a:srgbClr val="E6F2EC"/>
          </a:solidFill>
          <a:ln w="12700">
            <a:solidFill>
              <a:srgbClr val="E6F2EC"/>
            </a:solidFill>
            <a:prstDash val="solid"/>
          </a:ln>
        </p:spPr>
      </p:sp>
      <p:sp>
        <p:nvSpPr>
          <p:cNvPr id="12" name="Text 8"/>
          <p:cNvSpPr txBox="1"/>
          <p:nvPr/>
        </p:nvSpPr>
        <p:spPr>
          <a:xfrm>
            <a:off x="548640" y="2103120"/>
            <a:ext cx="1783080" cy="365760"/>
          </a:xfrm>
          <a:prstGeom prst="rect">
            <a:avLst/>
          </a:prstGeom>
          <a:noFill/>
          <a:ln/>
        </p:spPr>
        <p:txBody>
          <a:bodyPr wrap="square" lIns="0" tIns="0" rIns="0" bIns="0" rtlCol="0" anchor="t"/>
          <a:lstStyle/>
          <a:p>
            <a:pPr indent="0" marL="0">
              <a:buNone/>
            </a:pPr>
            <a:r>
              <a:rPr lang="en-US" sz="1300" b="1" dirty="0">
                <a:solidFill>
                  <a:srgbClr val="E53935"/>
                </a:solidFill>
                <a:latin typeface="Courier New" pitchFamily="34" charset="0"/>
                <a:ea typeface="Courier New" pitchFamily="34" charset="-122"/>
                <a:cs typeface="Courier New" pitchFamily="34" charset="-120"/>
              </a:rPr>
              <a:t>B2</a:t>
            </a:r>
            <a:endParaRPr lang="en-US" sz="1300" dirty="0"/>
          </a:p>
        </p:txBody>
      </p:sp>
      <p:sp>
        <p:nvSpPr>
          <p:cNvPr id="13" name="Text 9"/>
          <p:cNvSpPr txBox="1"/>
          <p:nvPr/>
        </p:nvSpPr>
        <p:spPr>
          <a:xfrm>
            <a:off x="548640" y="2468880"/>
            <a:ext cx="1783080" cy="68580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Apa yang dicari: kode S001</a:t>
            </a:r>
            <a:endParaRPr lang="en-US" sz="1200" dirty="0"/>
          </a:p>
        </p:txBody>
      </p:sp>
      <p:sp>
        <p:nvSpPr>
          <p:cNvPr id="14" name="Shape 10"/>
          <p:cNvSpPr/>
          <p:nvPr/>
        </p:nvSpPr>
        <p:spPr>
          <a:xfrm>
            <a:off x="2542032" y="2057400"/>
            <a:ext cx="1965960" cy="1143000"/>
          </a:xfrm>
          <a:prstGeom prst="roundRect">
            <a:avLst>
              <a:gd name="adj" fmla="val 8000"/>
            </a:avLst>
          </a:prstGeom>
          <a:solidFill>
            <a:srgbClr val="E6F2EC"/>
          </a:solidFill>
          <a:ln w="12700">
            <a:solidFill>
              <a:srgbClr val="E6F2EC"/>
            </a:solidFill>
            <a:prstDash val="solid"/>
          </a:ln>
        </p:spPr>
      </p:sp>
      <p:sp>
        <p:nvSpPr>
          <p:cNvPr id="15" name="Text 11"/>
          <p:cNvSpPr txBox="1"/>
          <p:nvPr/>
        </p:nvSpPr>
        <p:spPr>
          <a:xfrm>
            <a:off x="2633472" y="2103120"/>
            <a:ext cx="1783080" cy="365760"/>
          </a:xfrm>
          <a:prstGeom prst="rect">
            <a:avLst/>
          </a:prstGeom>
          <a:noFill/>
          <a:ln/>
        </p:spPr>
        <p:txBody>
          <a:bodyPr wrap="square" lIns="0" tIns="0" rIns="0" bIns="0" rtlCol="0" anchor="t"/>
          <a:lstStyle/>
          <a:p>
            <a:pPr indent="0" marL="0">
              <a:buNone/>
            </a:pPr>
            <a:r>
              <a:rPr lang="en-US" sz="1300" b="1" dirty="0">
                <a:solidFill>
                  <a:srgbClr val="1F7A5C"/>
                </a:solidFill>
                <a:latin typeface="Courier New" pitchFamily="34" charset="0"/>
                <a:ea typeface="Courier New" pitchFamily="34" charset="-122"/>
                <a:cs typeface="Courier New" pitchFamily="34" charset="-120"/>
              </a:rPr>
              <a:t>Santri!A:D</a:t>
            </a:r>
            <a:endParaRPr lang="en-US" sz="1300" dirty="0"/>
          </a:p>
        </p:txBody>
      </p:sp>
      <p:sp>
        <p:nvSpPr>
          <p:cNvPr id="16" name="Text 12"/>
          <p:cNvSpPr txBox="1"/>
          <p:nvPr/>
        </p:nvSpPr>
        <p:spPr>
          <a:xfrm>
            <a:off x="2633472" y="2468880"/>
            <a:ext cx="1783080" cy="68580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Di tabel mana: lembar Santri kolom A–D</a:t>
            </a:r>
            <a:endParaRPr lang="en-US" sz="1200" dirty="0"/>
          </a:p>
        </p:txBody>
      </p:sp>
      <p:sp>
        <p:nvSpPr>
          <p:cNvPr id="17" name="Shape 13"/>
          <p:cNvSpPr/>
          <p:nvPr/>
        </p:nvSpPr>
        <p:spPr>
          <a:xfrm>
            <a:off x="4626864" y="2057400"/>
            <a:ext cx="1965960" cy="1143000"/>
          </a:xfrm>
          <a:prstGeom prst="roundRect">
            <a:avLst>
              <a:gd name="adj" fmla="val 8000"/>
            </a:avLst>
          </a:prstGeom>
          <a:solidFill>
            <a:srgbClr val="E6F2EC"/>
          </a:solidFill>
          <a:ln w="12700">
            <a:solidFill>
              <a:srgbClr val="E6F2EC"/>
            </a:solidFill>
            <a:prstDash val="solid"/>
          </a:ln>
        </p:spPr>
      </p:sp>
      <p:sp>
        <p:nvSpPr>
          <p:cNvPr id="18" name="Text 14"/>
          <p:cNvSpPr txBox="1"/>
          <p:nvPr/>
        </p:nvSpPr>
        <p:spPr>
          <a:xfrm>
            <a:off x="4718304" y="2103120"/>
            <a:ext cx="1783080" cy="365760"/>
          </a:xfrm>
          <a:prstGeom prst="rect">
            <a:avLst/>
          </a:prstGeom>
          <a:noFill/>
          <a:ln/>
        </p:spPr>
        <p:txBody>
          <a:bodyPr wrap="square" lIns="0" tIns="0" rIns="0" bIns="0" rtlCol="0" anchor="t"/>
          <a:lstStyle/>
          <a:p>
            <a:pPr indent="0" marL="0">
              <a:buNone/>
            </a:pPr>
            <a:r>
              <a:rPr lang="en-US" sz="1300" b="1" dirty="0">
                <a:solidFill>
                  <a:srgbClr val="8E44AD"/>
                </a:solidFill>
                <a:latin typeface="Courier New" pitchFamily="34" charset="0"/>
                <a:ea typeface="Courier New" pitchFamily="34" charset="-122"/>
                <a:cs typeface="Courier New" pitchFamily="34" charset="-120"/>
              </a:rPr>
              <a:t>2</a:t>
            </a:r>
            <a:endParaRPr lang="en-US" sz="1300" dirty="0"/>
          </a:p>
        </p:txBody>
      </p:sp>
      <p:sp>
        <p:nvSpPr>
          <p:cNvPr id="19" name="Text 15"/>
          <p:cNvSpPr txBox="1"/>
          <p:nvPr/>
        </p:nvSpPr>
        <p:spPr>
          <a:xfrm>
            <a:off x="4718304" y="2468880"/>
            <a:ext cx="1783080" cy="68580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Ambil kolom ke-2: Nama</a:t>
            </a:r>
            <a:endParaRPr lang="en-US" sz="1200" dirty="0"/>
          </a:p>
        </p:txBody>
      </p:sp>
      <p:sp>
        <p:nvSpPr>
          <p:cNvPr id="20" name="Shape 16"/>
          <p:cNvSpPr/>
          <p:nvPr/>
        </p:nvSpPr>
        <p:spPr>
          <a:xfrm>
            <a:off x="6711696" y="2057400"/>
            <a:ext cx="1965960" cy="1143000"/>
          </a:xfrm>
          <a:prstGeom prst="roundRect">
            <a:avLst>
              <a:gd name="adj" fmla="val 8000"/>
            </a:avLst>
          </a:prstGeom>
          <a:solidFill>
            <a:srgbClr val="E6F2EC"/>
          </a:solidFill>
          <a:ln w="12700">
            <a:solidFill>
              <a:srgbClr val="E6F2EC"/>
            </a:solidFill>
            <a:prstDash val="solid"/>
          </a:ln>
        </p:spPr>
      </p:sp>
      <p:sp>
        <p:nvSpPr>
          <p:cNvPr id="21" name="Text 17"/>
          <p:cNvSpPr txBox="1"/>
          <p:nvPr/>
        </p:nvSpPr>
        <p:spPr>
          <a:xfrm>
            <a:off x="6803136" y="2103120"/>
            <a:ext cx="1783080" cy="365760"/>
          </a:xfrm>
          <a:prstGeom prst="rect">
            <a:avLst/>
          </a:prstGeom>
          <a:noFill/>
          <a:ln/>
        </p:spPr>
        <p:txBody>
          <a:bodyPr wrap="square" lIns="0" tIns="0" rIns="0" bIns="0" rtlCol="0" anchor="t"/>
          <a:lstStyle/>
          <a:p>
            <a:pPr indent="0" marL="0">
              <a:buNone/>
            </a:pPr>
            <a:r>
              <a:rPr lang="en-US" sz="1300" b="1" dirty="0">
                <a:solidFill>
                  <a:srgbClr val="D4A017"/>
                </a:solidFill>
                <a:latin typeface="Courier New" pitchFamily="34" charset="0"/>
                <a:ea typeface="Courier New" pitchFamily="34" charset="-122"/>
                <a:cs typeface="Courier New" pitchFamily="34" charset="-120"/>
              </a:rPr>
              <a:t>FALSE</a:t>
            </a:r>
            <a:endParaRPr lang="en-US" sz="1300" dirty="0"/>
          </a:p>
        </p:txBody>
      </p:sp>
      <p:sp>
        <p:nvSpPr>
          <p:cNvPr id="22" name="Text 18"/>
          <p:cNvSpPr txBox="1"/>
          <p:nvPr/>
        </p:nvSpPr>
        <p:spPr>
          <a:xfrm>
            <a:off x="6803136" y="2468880"/>
            <a:ext cx="1783080" cy="68580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Harus cocok persis</a:t>
            </a:r>
            <a:endParaRPr lang="en-US" sz="1200" dirty="0"/>
          </a:p>
        </p:txBody>
      </p:sp>
      <p:sp>
        <p:nvSpPr>
          <p:cNvPr id="23" name="Text 19"/>
          <p:cNvSpPr txBox="1"/>
          <p:nvPr/>
        </p:nvSpPr>
        <p:spPr>
          <a:xfrm>
            <a:off x="548640" y="3410712"/>
            <a:ext cx="2743200" cy="274320"/>
          </a:xfrm>
          <a:prstGeom prst="rect">
            <a:avLst/>
          </a:prstGeom>
          <a:noFill/>
          <a:ln/>
        </p:spPr>
        <p:txBody>
          <a:bodyPr wrap="square" lIns="0" tIns="0" rIns="0" bIns="0" rtlCol="0" anchor="t"/>
          <a:lstStyle/>
          <a:p>
            <a:pPr indent="0" marL="0">
              <a:buNone/>
            </a:pPr>
            <a:endParaRPr lang="en-US" sz="1200" dirty="0"/>
          </a:p>
        </p:txBody>
      </p:sp>
      <p:sp>
        <p:nvSpPr>
          <p:cNvPr id="24" name="Shape 20"/>
          <p:cNvSpPr/>
          <p:nvPr/>
        </p:nvSpPr>
        <p:spPr>
          <a:xfrm>
            <a:off x="548640" y="3703320"/>
            <a:ext cx="731520" cy="274320"/>
          </a:xfrm>
          <a:prstGeom prst="rect">
            <a:avLst/>
          </a:prstGeom>
          <a:solidFill>
            <a:srgbClr val="0F4C3A"/>
          </a:solidFill>
          <a:ln w="6350">
            <a:solidFill>
              <a:srgbClr val="BBBBBB"/>
            </a:solidFill>
            <a:prstDash val="solid"/>
          </a:ln>
        </p:spPr>
      </p:sp>
      <p:sp>
        <p:nvSpPr>
          <p:cNvPr id="25" name="Text 21"/>
          <p:cNvSpPr txBox="1"/>
          <p:nvPr/>
        </p:nvSpPr>
        <p:spPr>
          <a:xfrm>
            <a:off x="548640" y="3703320"/>
            <a:ext cx="7315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Kode</a:t>
            </a:r>
            <a:endParaRPr lang="en-US" sz="1000" dirty="0"/>
          </a:p>
        </p:txBody>
      </p:sp>
      <p:sp>
        <p:nvSpPr>
          <p:cNvPr id="26" name="Shape 22"/>
          <p:cNvSpPr/>
          <p:nvPr/>
        </p:nvSpPr>
        <p:spPr>
          <a:xfrm>
            <a:off x="1280160" y="3703320"/>
            <a:ext cx="822960" cy="274320"/>
          </a:xfrm>
          <a:prstGeom prst="rect">
            <a:avLst/>
          </a:prstGeom>
          <a:solidFill>
            <a:srgbClr val="0F4C3A"/>
          </a:solidFill>
          <a:ln w="6350">
            <a:solidFill>
              <a:srgbClr val="BBBBBB"/>
            </a:solidFill>
            <a:prstDash val="solid"/>
          </a:ln>
        </p:spPr>
      </p:sp>
      <p:sp>
        <p:nvSpPr>
          <p:cNvPr id="27" name="Text 23"/>
          <p:cNvSpPr txBox="1"/>
          <p:nvPr/>
        </p:nvSpPr>
        <p:spPr>
          <a:xfrm>
            <a:off x="1280160" y="3703320"/>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Nama</a:t>
            </a:r>
            <a:endParaRPr lang="en-US" sz="1000" dirty="0"/>
          </a:p>
        </p:txBody>
      </p:sp>
      <p:sp>
        <p:nvSpPr>
          <p:cNvPr id="28" name="Shape 24"/>
          <p:cNvSpPr/>
          <p:nvPr/>
        </p:nvSpPr>
        <p:spPr>
          <a:xfrm>
            <a:off x="2103120" y="3703320"/>
            <a:ext cx="640080" cy="274320"/>
          </a:xfrm>
          <a:prstGeom prst="rect">
            <a:avLst/>
          </a:prstGeom>
          <a:solidFill>
            <a:srgbClr val="0F4C3A"/>
          </a:solidFill>
          <a:ln w="6350">
            <a:solidFill>
              <a:srgbClr val="BBBBBB"/>
            </a:solidFill>
            <a:prstDash val="solid"/>
          </a:ln>
        </p:spPr>
      </p:sp>
      <p:sp>
        <p:nvSpPr>
          <p:cNvPr id="29" name="Text 25"/>
          <p:cNvSpPr txBox="1"/>
          <p:nvPr/>
        </p:nvSpPr>
        <p:spPr>
          <a:xfrm>
            <a:off x="2103120" y="3703320"/>
            <a:ext cx="6400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Kelas</a:t>
            </a:r>
            <a:endParaRPr lang="en-US" sz="1000" dirty="0"/>
          </a:p>
        </p:txBody>
      </p:sp>
      <p:sp>
        <p:nvSpPr>
          <p:cNvPr id="30" name="Shape 26"/>
          <p:cNvSpPr/>
          <p:nvPr/>
        </p:nvSpPr>
        <p:spPr>
          <a:xfrm>
            <a:off x="548640" y="3977640"/>
            <a:ext cx="731520" cy="274320"/>
          </a:xfrm>
          <a:prstGeom prst="rect">
            <a:avLst/>
          </a:prstGeom>
          <a:solidFill>
            <a:srgbClr val="FFFFFF"/>
          </a:solidFill>
          <a:ln w="6350">
            <a:solidFill>
              <a:srgbClr val="BBBBBB"/>
            </a:solidFill>
            <a:prstDash val="solid"/>
          </a:ln>
        </p:spPr>
      </p:sp>
      <p:sp>
        <p:nvSpPr>
          <p:cNvPr id="31" name="Text 27"/>
          <p:cNvSpPr txBox="1"/>
          <p:nvPr/>
        </p:nvSpPr>
        <p:spPr>
          <a:xfrm>
            <a:off x="548640" y="3977640"/>
            <a:ext cx="73152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S001</a:t>
            </a:r>
            <a:endParaRPr lang="en-US" sz="1000" dirty="0"/>
          </a:p>
        </p:txBody>
      </p:sp>
      <p:sp>
        <p:nvSpPr>
          <p:cNvPr id="32" name="Shape 28"/>
          <p:cNvSpPr/>
          <p:nvPr/>
        </p:nvSpPr>
        <p:spPr>
          <a:xfrm>
            <a:off x="1280160" y="3977640"/>
            <a:ext cx="822960" cy="274320"/>
          </a:xfrm>
          <a:prstGeom prst="rect">
            <a:avLst/>
          </a:prstGeom>
          <a:solidFill>
            <a:srgbClr val="FFF59D"/>
          </a:solidFill>
          <a:ln w="6350">
            <a:solidFill>
              <a:srgbClr val="BBBBBB"/>
            </a:solidFill>
            <a:prstDash val="solid"/>
          </a:ln>
        </p:spPr>
      </p:sp>
      <p:sp>
        <p:nvSpPr>
          <p:cNvPr id="33" name="Text 29"/>
          <p:cNvSpPr txBox="1"/>
          <p:nvPr/>
        </p:nvSpPr>
        <p:spPr>
          <a:xfrm>
            <a:off x="1280160" y="3977640"/>
            <a:ext cx="822960" cy="274320"/>
          </a:xfrm>
          <a:prstGeom prst="rect">
            <a:avLst/>
          </a:prstGeom>
          <a:noFill/>
          <a:ln/>
        </p:spPr>
        <p:txBody>
          <a:bodyPr wrap="square" lIns="0" tIns="0" rIns="0" bIns="0" rtlCol="0" anchor="ctr"/>
          <a:lstStyle/>
          <a:p>
            <a:pPr algn="ctr" indent="0" marL="0">
              <a:buNone/>
            </a:pPr>
            <a:r>
              <a:rPr lang="en-US" sz="1000" b="1" dirty="0">
                <a:solidFill>
                  <a:srgbClr val="222222"/>
                </a:solidFill>
                <a:latin typeface="Calibri" pitchFamily="34" charset="0"/>
                <a:ea typeface="Calibri" pitchFamily="34" charset="-122"/>
                <a:cs typeface="Calibri" pitchFamily="34" charset="-120"/>
              </a:rPr>
              <a:t>Ahmad</a:t>
            </a:r>
            <a:endParaRPr lang="en-US" sz="1000" dirty="0"/>
          </a:p>
        </p:txBody>
      </p:sp>
      <p:sp>
        <p:nvSpPr>
          <p:cNvPr id="34" name="Shape 30"/>
          <p:cNvSpPr/>
          <p:nvPr/>
        </p:nvSpPr>
        <p:spPr>
          <a:xfrm>
            <a:off x="2103120" y="3977640"/>
            <a:ext cx="640080" cy="274320"/>
          </a:xfrm>
          <a:prstGeom prst="rect">
            <a:avLst/>
          </a:prstGeom>
          <a:solidFill>
            <a:srgbClr val="FFFFFF"/>
          </a:solidFill>
          <a:ln w="6350">
            <a:solidFill>
              <a:srgbClr val="BBBBBB"/>
            </a:solidFill>
            <a:prstDash val="solid"/>
          </a:ln>
        </p:spPr>
      </p:sp>
      <p:sp>
        <p:nvSpPr>
          <p:cNvPr id="35" name="Text 31"/>
          <p:cNvSpPr txBox="1"/>
          <p:nvPr/>
        </p:nvSpPr>
        <p:spPr>
          <a:xfrm>
            <a:off x="2103120" y="3977640"/>
            <a:ext cx="640080" cy="274320"/>
          </a:xfrm>
          <a:prstGeom prst="rect">
            <a:avLst/>
          </a:prstGeom>
          <a:noFill/>
          <a:ln/>
        </p:spPr>
        <p:txBody>
          <a:bodyPr wrap="square" lIns="0" tIns="0" rIns="0" bIns="0" rtlCol="0" anchor="ctr"/>
          <a:lstStyle/>
          <a:p>
            <a:pPr algn="ctr" indent="0" marL="0">
              <a:buNone/>
            </a:pPr>
            <a:r>
              <a:rPr lang="en-US" sz="1000" dirty="0">
                <a:solidFill>
                  <a:srgbClr val="222222"/>
                </a:solidFill>
                <a:latin typeface="Calibri" pitchFamily="34" charset="0"/>
                <a:ea typeface="Calibri" pitchFamily="34" charset="-122"/>
                <a:cs typeface="Calibri" pitchFamily="34" charset="-120"/>
              </a:rPr>
              <a:t>9A</a:t>
            </a:r>
            <a:endParaRPr lang="en-US" sz="1000" dirty="0"/>
          </a:p>
        </p:txBody>
      </p:sp>
      <p:sp>
        <p:nvSpPr>
          <p:cNvPr id="36" name="Text 32"/>
          <p:cNvSpPr txBox="1"/>
          <p:nvPr/>
        </p:nvSpPr>
        <p:spPr>
          <a:xfrm>
            <a:off x="2926080" y="3749040"/>
            <a:ext cx="5760720" cy="50292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S001 ditemukan di baris ini → kolom ke-2 = Ahmad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Membangun Tabel Berhubungan</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Google Sheets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Lembar Santri dan Setoran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VLOOKUP nama dan kelas</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Dropdown kode dan uji perubahan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Tabel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Database_Setoran_Kel3 -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Database_Setoran_Kel3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5486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92448" y="2573789"/>
            <a:ext cx="777240" cy="119299"/>
          </a:xfrm>
          <a:prstGeom prst="rect">
            <a:avLst/>
          </a:prstGeom>
          <a:solidFill>
            <a:srgbClr val="F8F9FA"/>
          </a:solidFill>
          <a:ln w="6350">
            <a:solidFill>
              <a:srgbClr val="DDDDDD"/>
            </a:solidFill>
            <a:prstDash val="solid"/>
          </a:ln>
        </p:spPr>
      </p:sp>
      <p:sp>
        <p:nvSpPr>
          <p:cNvPr id="64" name="Text 56"/>
          <p:cNvSpPr txBox="1"/>
          <p:nvPr/>
        </p:nvSpPr>
        <p:spPr>
          <a:xfrm>
            <a:off x="139244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69688" y="2573789"/>
            <a:ext cx="502920" cy="119299"/>
          </a:xfrm>
          <a:prstGeom prst="rect">
            <a:avLst/>
          </a:prstGeom>
          <a:solidFill>
            <a:srgbClr val="F8F9FA"/>
          </a:solidFill>
          <a:ln w="6350">
            <a:solidFill>
              <a:srgbClr val="DDDDDD"/>
            </a:solidFill>
            <a:prstDash val="solid"/>
          </a:ln>
        </p:spPr>
      </p:sp>
      <p:sp>
        <p:nvSpPr>
          <p:cNvPr id="66" name="Text 58"/>
          <p:cNvSpPr txBox="1"/>
          <p:nvPr/>
        </p:nvSpPr>
        <p:spPr>
          <a:xfrm>
            <a:off x="216968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8580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54864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3" name="Shape 65"/>
          <p:cNvSpPr/>
          <p:nvPr/>
        </p:nvSpPr>
        <p:spPr>
          <a:xfrm>
            <a:off x="1392448" y="2693089"/>
            <a:ext cx="777240" cy="119299"/>
          </a:xfrm>
          <a:prstGeom prst="rect">
            <a:avLst/>
          </a:prstGeom>
          <a:solidFill>
            <a:srgbClr val="0F4C3A"/>
          </a:solidFill>
          <a:ln w="6350">
            <a:solidFill>
              <a:srgbClr val="E2E2E2"/>
            </a:solidFill>
            <a:prstDash val="solid"/>
          </a:ln>
        </p:spPr>
      </p:sp>
      <p:sp>
        <p:nvSpPr>
          <p:cNvPr id="74" name="Text 66"/>
          <p:cNvSpPr txBox="1"/>
          <p:nvPr/>
        </p:nvSpPr>
        <p:spPr>
          <a:xfrm>
            <a:off x="141988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5" name="Shape 67"/>
          <p:cNvSpPr/>
          <p:nvPr/>
        </p:nvSpPr>
        <p:spPr>
          <a:xfrm>
            <a:off x="2169688" y="2693089"/>
            <a:ext cx="502920" cy="119299"/>
          </a:xfrm>
          <a:prstGeom prst="rect">
            <a:avLst/>
          </a:prstGeom>
          <a:solidFill>
            <a:srgbClr val="0F4C3A"/>
          </a:solidFill>
          <a:ln w="6350">
            <a:solidFill>
              <a:srgbClr val="E2E2E2"/>
            </a:solidFill>
            <a:prstDash val="solid"/>
          </a:ln>
        </p:spPr>
      </p:sp>
      <p:sp>
        <p:nvSpPr>
          <p:cNvPr id="76" name="Text 68"/>
          <p:cNvSpPr txBox="1"/>
          <p:nvPr/>
        </p:nvSpPr>
        <p:spPr>
          <a:xfrm>
            <a:off x="219712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77" name="Shape 69"/>
          <p:cNvSpPr/>
          <p:nvPr/>
        </p:nvSpPr>
        <p:spPr>
          <a:xfrm>
            <a:off x="2672608" y="2693089"/>
            <a:ext cx="685800" cy="119299"/>
          </a:xfrm>
          <a:prstGeom prst="rect">
            <a:avLst/>
          </a:prstGeom>
          <a:solidFill>
            <a:srgbClr val="0F4C3A"/>
          </a:solidFill>
          <a:ln w="6350">
            <a:solidFill>
              <a:srgbClr val="E2E2E2"/>
            </a:solidFill>
            <a:prstDash val="solid"/>
          </a:ln>
        </p:spPr>
      </p:sp>
      <p:sp>
        <p:nvSpPr>
          <p:cNvPr id="78" name="Text 70"/>
          <p:cNvSpPr txBox="1"/>
          <p:nvPr/>
        </p:nvSpPr>
        <p:spPr>
          <a:xfrm>
            <a:off x="270004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Halaqah</a:t>
            </a:r>
            <a:endParaRPr lang="en-US" sz="600" dirty="0"/>
          </a:p>
        </p:txBody>
      </p:sp>
      <p:sp>
        <p:nvSpPr>
          <p:cNvPr id="79" name="Shape 71"/>
          <p:cNvSpPr/>
          <p:nvPr/>
        </p:nvSpPr>
        <p:spPr>
          <a:xfrm>
            <a:off x="587776" y="2812388"/>
            <a:ext cx="256032" cy="119299"/>
          </a:xfrm>
          <a:prstGeom prst="rect">
            <a:avLst/>
          </a:prstGeom>
          <a:solidFill>
            <a:srgbClr val="F8F9FA"/>
          </a:solidFill>
          <a:ln w="6350">
            <a:solidFill>
              <a:srgbClr val="DDDDDD"/>
            </a:solidFill>
            <a:prstDash val="solid"/>
          </a:ln>
        </p:spPr>
      </p:sp>
      <p:sp>
        <p:nvSpPr>
          <p:cNvPr id="80" name="Text 72"/>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1" name="Shape 73"/>
          <p:cNvSpPr/>
          <p:nvPr/>
        </p:nvSpPr>
        <p:spPr>
          <a:xfrm>
            <a:off x="843808" y="2812388"/>
            <a:ext cx="548640" cy="119299"/>
          </a:xfrm>
          <a:prstGeom prst="rect">
            <a:avLst/>
          </a:prstGeom>
          <a:solidFill>
            <a:srgbClr val="FFFFFF"/>
          </a:solidFill>
          <a:ln w="6350">
            <a:solidFill>
              <a:srgbClr val="E2E2E2"/>
            </a:solidFill>
            <a:prstDash val="solid"/>
          </a:ln>
        </p:spPr>
      </p:sp>
      <p:sp>
        <p:nvSpPr>
          <p:cNvPr id="82" name="Text 74"/>
          <p:cNvSpPr txBox="1"/>
          <p:nvPr/>
        </p:nvSpPr>
        <p:spPr>
          <a:xfrm>
            <a:off x="871240" y="28123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83" name="Shape 75"/>
          <p:cNvSpPr/>
          <p:nvPr/>
        </p:nvSpPr>
        <p:spPr>
          <a:xfrm>
            <a:off x="1392448" y="2812388"/>
            <a:ext cx="777240" cy="119299"/>
          </a:xfrm>
          <a:prstGeom prst="rect">
            <a:avLst/>
          </a:prstGeom>
          <a:solidFill>
            <a:srgbClr val="FFFFFF"/>
          </a:solidFill>
          <a:ln w="6350">
            <a:solidFill>
              <a:srgbClr val="E2E2E2"/>
            </a:solidFill>
            <a:prstDash val="solid"/>
          </a:ln>
        </p:spPr>
      </p:sp>
      <p:sp>
        <p:nvSpPr>
          <p:cNvPr id="84" name="Text 76"/>
          <p:cNvSpPr txBox="1"/>
          <p:nvPr/>
        </p:nvSpPr>
        <p:spPr>
          <a:xfrm>
            <a:off x="141988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85" name="Shape 77"/>
          <p:cNvSpPr/>
          <p:nvPr/>
        </p:nvSpPr>
        <p:spPr>
          <a:xfrm>
            <a:off x="2169688" y="2812388"/>
            <a:ext cx="502920" cy="119299"/>
          </a:xfrm>
          <a:prstGeom prst="rect">
            <a:avLst/>
          </a:prstGeom>
          <a:solidFill>
            <a:srgbClr val="FFFFFF"/>
          </a:solidFill>
          <a:ln w="6350">
            <a:solidFill>
              <a:srgbClr val="E2E2E2"/>
            </a:solidFill>
            <a:prstDash val="solid"/>
          </a:ln>
        </p:spPr>
      </p:sp>
      <p:sp>
        <p:nvSpPr>
          <p:cNvPr id="86" name="Text 78"/>
          <p:cNvSpPr txBox="1"/>
          <p:nvPr/>
        </p:nvSpPr>
        <p:spPr>
          <a:xfrm>
            <a:off x="219712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87" name="Shape 79"/>
          <p:cNvSpPr/>
          <p:nvPr/>
        </p:nvSpPr>
        <p:spPr>
          <a:xfrm>
            <a:off x="2672608" y="2812388"/>
            <a:ext cx="685800" cy="119299"/>
          </a:xfrm>
          <a:prstGeom prst="rect">
            <a:avLst/>
          </a:prstGeom>
          <a:solidFill>
            <a:srgbClr val="FFFFFF"/>
          </a:solidFill>
          <a:ln w="6350">
            <a:solidFill>
              <a:srgbClr val="E2E2E2"/>
            </a:solidFill>
            <a:prstDash val="solid"/>
          </a:ln>
        </p:spPr>
      </p:sp>
      <p:sp>
        <p:nvSpPr>
          <p:cNvPr id="88" name="Text 80"/>
          <p:cNvSpPr txBox="1"/>
          <p:nvPr/>
        </p:nvSpPr>
        <p:spPr>
          <a:xfrm>
            <a:off x="270004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Ust. A</a:t>
            </a:r>
            <a:endParaRPr lang="en-US" sz="600" dirty="0"/>
          </a:p>
        </p:txBody>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548640" cy="119299"/>
          </a:xfrm>
          <a:prstGeom prst="rect">
            <a:avLst/>
          </a:prstGeom>
          <a:solidFill>
            <a:srgbClr val="FFFFFF"/>
          </a:solidFill>
          <a:ln w="6350">
            <a:solidFill>
              <a:srgbClr val="E2E2E2"/>
            </a:solidFill>
            <a:prstDash val="solid"/>
          </a:ln>
        </p:spPr>
      </p:sp>
      <p:sp>
        <p:nvSpPr>
          <p:cNvPr id="92" name="Text 84"/>
          <p:cNvSpPr txBox="1"/>
          <p:nvPr/>
        </p:nvSpPr>
        <p:spPr>
          <a:xfrm>
            <a:off x="871240" y="29316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93" name="Shape 85"/>
          <p:cNvSpPr/>
          <p:nvPr/>
        </p:nvSpPr>
        <p:spPr>
          <a:xfrm>
            <a:off x="1392448" y="2931688"/>
            <a:ext cx="777240" cy="119299"/>
          </a:xfrm>
          <a:prstGeom prst="rect">
            <a:avLst/>
          </a:prstGeom>
          <a:solidFill>
            <a:srgbClr val="FFFFFF"/>
          </a:solidFill>
          <a:ln w="6350">
            <a:solidFill>
              <a:srgbClr val="E2E2E2"/>
            </a:solidFill>
            <a:prstDash val="solid"/>
          </a:ln>
        </p:spPr>
      </p:sp>
      <p:sp>
        <p:nvSpPr>
          <p:cNvPr id="94" name="Text 86"/>
          <p:cNvSpPr txBox="1"/>
          <p:nvPr/>
        </p:nvSpPr>
        <p:spPr>
          <a:xfrm>
            <a:off x="1419880" y="29316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95" name="Shape 87"/>
          <p:cNvSpPr/>
          <p:nvPr/>
        </p:nvSpPr>
        <p:spPr>
          <a:xfrm>
            <a:off x="2169688" y="2931688"/>
            <a:ext cx="502920" cy="119299"/>
          </a:xfrm>
          <a:prstGeom prst="rect">
            <a:avLst/>
          </a:prstGeom>
          <a:solidFill>
            <a:srgbClr val="FFFFFF"/>
          </a:solidFill>
          <a:ln w="6350">
            <a:solidFill>
              <a:srgbClr val="E2E2E2"/>
            </a:solidFill>
            <a:prstDash val="solid"/>
          </a:ln>
        </p:spPr>
      </p:sp>
      <p:sp>
        <p:nvSpPr>
          <p:cNvPr id="96" name="Text 88"/>
          <p:cNvSpPr txBox="1"/>
          <p:nvPr/>
        </p:nvSpPr>
        <p:spPr>
          <a:xfrm>
            <a:off x="219712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97" name="Shape 89"/>
          <p:cNvSpPr/>
          <p:nvPr/>
        </p:nvSpPr>
        <p:spPr>
          <a:xfrm>
            <a:off x="2672608" y="2931688"/>
            <a:ext cx="685800" cy="119299"/>
          </a:xfrm>
          <a:prstGeom prst="rect">
            <a:avLst/>
          </a:prstGeom>
          <a:solidFill>
            <a:srgbClr val="FFFFFF"/>
          </a:solidFill>
          <a:ln w="6350">
            <a:solidFill>
              <a:srgbClr val="E2E2E2"/>
            </a:solidFill>
            <a:prstDash val="solid"/>
          </a:ln>
        </p:spPr>
      </p:sp>
      <p:sp>
        <p:nvSpPr>
          <p:cNvPr id="98" name="Text 90"/>
          <p:cNvSpPr txBox="1"/>
          <p:nvPr/>
        </p:nvSpPr>
        <p:spPr>
          <a:xfrm>
            <a:off x="270004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Ust. A</a:t>
            </a:r>
            <a:endParaRPr lang="en-US" sz="600" dirty="0"/>
          </a:p>
        </p:txBody>
      </p:sp>
      <p:sp>
        <p:nvSpPr>
          <p:cNvPr id="99" name="Shape 91"/>
          <p:cNvSpPr/>
          <p:nvPr/>
        </p:nvSpPr>
        <p:spPr>
          <a:xfrm>
            <a:off x="587776" y="3050987"/>
            <a:ext cx="256032" cy="119299"/>
          </a:xfrm>
          <a:prstGeom prst="rect">
            <a:avLst/>
          </a:prstGeom>
          <a:solidFill>
            <a:srgbClr val="F8F9FA"/>
          </a:solidFill>
          <a:ln w="6350">
            <a:solidFill>
              <a:srgbClr val="DDDDDD"/>
            </a:solidFill>
            <a:prstDash val="solid"/>
          </a:ln>
        </p:spPr>
      </p:sp>
      <p:sp>
        <p:nvSpPr>
          <p:cNvPr id="100" name="Text 92"/>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1" name="Shape 93"/>
          <p:cNvSpPr/>
          <p:nvPr/>
        </p:nvSpPr>
        <p:spPr>
          <a:xfrm>
            <a:off x="843808" y="3050987"/>
            <a:ext cx="548640" cy="119299"/>
          </a:xfrm>
          <a:prstGeom prst="rect">
            <a:avLst/>
          </a:prstGeom>
          <a:solidFill>
            <a:srgbClr val="FFFFFF"/>
          </a:solidFill>
          <a:ln w="6350">
            <a:solidFill>
              <a:srgbClr val="E2E2E2"/>
            </a:solidFill>
            <a:prstDash val="solid"/>
          </a:ln>
        </p:spPr>
      </p:sp>
      <p:sp>
        <p:nvSpPr>
          <p:cNvPr id="102" name="Text 94"/>
          <p:cNvSpPr txBox="1"/>
          <p:nvPr/>
        </p:nvSpPr>
        <p:spPr>
          <a:xfrm>
            <a:off x="871240" y="3050987"/>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03" name="Shape 95"/>
          <p:cNvSpPr/>
          <p:nvPr/>
        </p:nvSpPr>
        <p:spPr>
          <a:xfrm>
            <a:off x="1392448" y="3050987"/>
            <a:ext cx="777240" cy="119299"/>
          </a:xfrm>
          <a:prstGeom prst="rect">
            <a:avLst/>
          </a:prstGeom>
          <a:solidFill>
            <a:srgbClr val="FFFFFF"/>
          </a:solidFill>
          <a:ln w="6350">
            <a:solidFill>
              <a:srgbClr val="E2E2E2"/>
            </a:solidFill>
            <a:prstDash val="solid"/>
          </a:ln>
        </p:spPr>
      </p:sp>
      <p:sp>
        <p:nvSpPr>
          <p:cNvPr id="104" name="Text 96"/>
          <p:cNvSpPr txBox="1"/>
          <p:nvPr/>
        </p:nvSpPr>
        <p:spPr>
          <a:xfrm>
            <a:off x="1419880" y="30509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05" name="Shape 97"/>
          <p:cNvSpPr/>
          <p:nvPr/>
        </p:nvSpPr>
        <p:spPr>
          <a:xfrm>
            <a:off x="2169688" y="3050987"/>
            <a:ext cx="502920" cy="119299"/>
          </a:xfrm>
          <a:prstGeom prst="rect">
            <a:avLst/>
          </a:prstGeom>
          <a:solidFill>
            <a:srgbClr val="FFFFFF"/>
          </a:solidFill>
          <a:ln w="6350">
            <a:solidFill>
              <a:srgbClr val="E2E2E2"/>
            </a:solidFill>
            <a:prstDash val="solid"/>
          </a:ln>
        </p:spPr>
      </p:sp>
      <p:sp>
        <p:nvSpPr>
          <p:cNvPr id="106" name="Text 98"/>
          <p:cNvSpPr txBox="1"/>
          <p:nvPr/>
        </p:nvSpPr>
        <p:spPr>
          <a:xfrm>
            <a:off x="2197120" y="30509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9B</a:t>
            </a:r>
            <a:endParaRPr lang="en-US" sz="600" dirty="0"/>
          </a:p>
        </p:txBody>
      </p:sp>
      <p:sp>
        <p:nvSpPr>
          <p:cNvPr id="107" name="Shape 99"/>
          <p:cNvSpPr/>
          <p:nvPr/>
        </p:nvSpPr>
        <p:spPr>
          <a:xfrm>
            <a:off x="2672608" y="3050987"/>
            <a:ext cx="685800" cy="119299"/>
          </a:xfrm>
          <a:prstGeom prst="rect">
            <a:avLst/>
          </a:prstGeom>
          <a:solidFill>
            <a:srgbClr val="FFFFFF"/>
          </a:solidFill>
          <a:ln w="6350">
            <a:solidFill>
              <a:srgbClr val="E2E2E2"/>
            </a:solidFill>
            <a:prstDash val="solid"/>
          </a:ln>
        </p:spPr>
      </p:sp>
      <p:sp>
        <p:nvSpPr>
          <p:cNvPr id="108" name="Text 100"/>
          <p:cNvSpPr txBox="1"/>
          <p:nvPr/>
        </p:nvSpPr>
        <p:spPr>
          <a:xfrm>
            <a:off x="270004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Ust. B</a:t>
            </a:r>
            <a:endParaRPr lang="en-US" sz="600" dirty="0"/>
          </a:p>
        </p:txBody>
      </p:sp>
      <p:sp>
        <p:nvSpPr>
          <p:cNvPr id="109" name="Shape 101"/>
          <p:cNvSpPr/>
          <p:nvPr/>
        </p:nvSpPr>
        <p:spPr>
          <a:xfrm>
            <a:off x="587776" y="3170287"/>
            <a:ext cx="256032" cy="119299"/>
          </a:xfrm>
          <a:prstGeom prst="rect">
            <a:avLst/>
          </a:prstGeom>
          <a:solidFill>
            <a:srgbClr val="F8F9FA"/>
          </a:solidFill>
          <a:ln w="6350">
            <a:solidFill>
              <a:srgbClr val="DDDDDD"/>
            </a:solidFill>
            <a:prstDash val="solid"/>
          </a:ln>
        </p:spPr>
      </p:sp>
      <p:sp>
        <p:nvSpPr>
          <p:cNvPr id="110" name="Text 10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1" name="Shape 103"/>
          <p:cNvSpPr/>
          <p:nvPr/>
        </p:nvSpPr>
        <p:spPr>
          <a:xfrm>
            <a:off x="843808" y="3170287"/>
            <a:ext cx="548640" cy="119299"/>
          </a:xfrm>
          <a:prstGeom prst="rect">
            <a:avLst/>
          </a:prstGeom>
          <a:solidFill>
            <a:srgbClr val="FFFFFF"/>
          </a:solidFill>
          <a:ln w="6350">
            <a:solidFill>
              <a:srgbClr val="E2E2E2"/>
            </a:solidFill>
            <a:prstDash val="solid"/>
          </a:ln>
        </p:spPr>
      </p:sp>
      <p:sp>
        <p:nvSpPr>
          <p:cNvPr id="112" name="Text 104"/>
          <p:cNvSpPr txBox="1"/>
          <p:nvPr/>
        </p:nvSpPr>
        <p:spPr>
          <a:xfrm>
            <a:off x="871240" y="3170287"/>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13" name="Shape 105"/>
          <p:cNvSpPr/>
          <p:nvPr/>
        </p:nvSpPr>
        <p:spPr>
          <a:xfrm>
            <a:off x="1392448" y="3170287"/>
            <a:ext cx="777240" cy="119299"/>
          </a:xfrm>
          <a:prstGeom prst="rect">
            <a:avLst/>
          </a:prstGeom>
          <a:solidFill>
            <a:srgbClr val="FFFFFF"/>
          </a:solidFill>
          <a:ln w="6350">
            <a:solidFill>
              <a:srgbClr val="E2E2E2"/>
            </a:solidFill>
            <a:prstDash val="solid"/>
          </a:ln>
        </p:spPr>
      </p:sp>
      <p:sp>
        <p:nvSpPr>
          <p:cNvPr id="114" name="Text 106"/>
          <p:cNvSpPr txBox="1"/>
          <p:nvPr/>
        </p:nvSpPr>
        <p:spPr>
          <a:xfrm>
            <a:off x="1419880" y="31702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15" name="Shape 107"/>
          <p:cNvSpPr/>
          <p:nvPr/>
        </p:nvSpPr>
        <p:spPr>
          <a:xfrm>
            <a:off x="2169688" y="3170287"/>
            <a:ext cx="502920" cy="119299"/>
          </a:xfrm>
          <a:prstGeom prst="rect">
            <a:avLst/>
          </a:prstGeom>
          <a:solidFill>
            <a:srgbClr val="FFFFFF"/>
          </a:solidFill>
          <a:ln w="6350">
            <a:solidFill>
              <a:srgbClr val="E2E2E2"/>
            </a:solidFill>
            <a:prstDash val="solid"/>
          </a:ln>
        </p:spPr>
      </p:sp>
      <p:sp>
        <p:nvSpPr>
          <p:cNvPr id="116" name="Text 108"/>
          <p:cNvSpPr txBox="1"/>
          <p:nvPr/>
        </p:nvSpPr>
        <p:spPr>
          <a:xfrm>
            <a:off x="2197120" y="31702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9B</a:t>
            </a:r>
            <a:endParaRPr lang="en-US" sz="600" dirty="0"/>
          </a:p>
        </p:txBody>
      </p:sp>
      <p:sp>
        <p:nvSpPr>
          <p:cNvPr id="117" name="Shape 109"/>
          <p:cNvSpPr/>
          <p:nvPr/>
        </p:nvSpPr>
        <p:spPr>
          <a:xfrm>
            <a:off x="2672608" y="3170287"/>
            <a:ext cx="685800" cy="119299"/>
          </a:xfrm>
          <a:prstGeom prst="rect">
            <a:avLst/>
          </a:prstGeom>
          <a:solidFill>
            <a:srgbClr val="FFFFFF"/>
          </a:solidFill>
          <a:ln w="6350">
            <a:solidFill>
              <a:srgbClr val="E2E2E2"/>
            </a:solidFill>
            <a:prstDash val="solid"/>
          </a:ln>
        </p:spPr>
      </p:sp>
      <p:sp>
        <p:nvSpPr>
          <p:cNvPr id="118" name="Text 110"/>
          <p:cNvSpPr txBox="1"/>
          <p:nvPr/>
        </p:nvSpPr>
        <p:spPr>
          <a:xfrm>
            <a:off x="270004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Ust. B</a:t>
            </a:r>
            <a:endParaRPr lang="en-US" sz="600" dirty="0"/>
          </a:p>
        </p:txBody>
      </p:sp>
      <p:sp>
        <p:nvSpPr>
          <p:cNvPr id="119" name="Shape 111"/>
          <p:cNvSpPr/>
          <p:nvPr/>
        </p:nvSpPr>
        <p:spPr>
          <a:xfrm>
            <a:off x="587776" y="3289586"/>
            <a:ext cx="256032" cy="119299"/>
          </a:xfrm>
          <a:prstGeom prst="rect">
            <a:avLst/>
          </a:prstGeom>
          <a:solidFill>
            <a:srgbClr val="F8F9FA"/>
          </a:solidFill>
          <a:ln w="6350">
            <a:solidFill>
              <a:srgbClr val="DDDDDD"/>
            </a:solidFill>
            <a:prstDash val="solid"/>
          </a:ln>
        </p:spPr>
      </p:sp>
      <p:sp>
        <p:nvSpPr>
          <p:cNvPr id="120" name="Text 11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21" name="Shape 113"/>
          <p:cNvSpPr/>
          <p:nvPr/>
        </p:nvSpPr>
        <p:spPr>
          <a:xfrm>
            <a:off x="843808" y="3289586"/>
            <a:ext cx="548640" cy="119299"/>
          </a:xfrm>
          <a:prstGeom prst="rect">
            <a:avLst/>
          </a:prstGeom>
          <a:solidFill>
            <a:srgbClr val="FFFFFF"/>
          </a:solidFill>
          <a:ln w="6350">
            <a:solidFill>
              <a:srgbClr val="E2E2E2"/>
            </a:solidFill>
            <a:prstDash val="solid"/>
          </a:ln>
        </p:spPr>
      </p:sp>
      <p:sp>
        <p:nvSpPr>
          <p:cNvPr id="122" name="Shape 114"/>
          <p:cNvSpPr/>
          <p:nvPr/>
        </p:nvSpPr>
        <p:spPr>
          <a:xfrm>
            <a:off x="1392448" y="3289586"/>
            <a:ext cx="777240" cy="119299"/>
          </a:xfrm>
          <a:prstGeom prst="rect">
            <a:avLst/>
          </a:prstGeom>
          <a:solidFill>
            <a:srgbClr val="FFFFFF"/>
          </a:solidFill>
          <a:ln w="6350">
            <a:solidFill>
              <a:srgbClr val="E2E2E2"/>
            </a:solidFill>
            <a:prstDash val="solid"/>
          </a:ln>
        </p:spPr>
      </p:sp>
      <p:sp>
        <p:nvSpPr>
          <p:cNvPr id="123" name="Shape 115"/>
          <p:cNvSpPr/>
          <p:nvPr/>
        </p:nvSpPr>
        <p:spPr>
          <a:xfrm>
            <a:off x="2169688" y="3289586"/>
            <a:ext cx="502920" cy="119299"/>
          </a:xfrm>
          <a:prstGeom prst="rect">
            <a:avLst/>
          </a:prstGeom>
          <a:solidFill>
            <a:srgbClr val="FFFFFF"/>
          </a:solidFill>
          <a:ln w="6350">
            <a:solidFill>
              <a:srgbClr val="E2E2E2"/>
            </a:solidFill>
            <a:prstDash val="solid"/>
          </a:ln>
        </p:spPr>
      </p:sp>
      <p:sp>
        <p:nvSpPr>
          <p:cNvPr id="124" name="Shape 116"/>
          <p:cNvSpPr/>
          <p:nvPr/>
        </p:nvSpPr>
        <p:spPr>
          <a:xfrm>
            <a:off x="2672608" y="3289586"/>
            <a:ext cx="685800" cy="119299"/>
          </a:xfrm>
          <a:prstGeom prst="rect">
            <a:avLst/>
          </a:prstGeom>
          <a:solidFill>
            <a:srgbClr val="FFFFFF"/>
          </a:solidFill>
          <a:ln w="6350">
            <a:solidFill>
              <a:srgbClr val="E2E2E2"/>
            </a:solidFill>
            <a:prstDash val="solid"/>
          </a:ln>
        </p:spPr>
      </p:sp>
      <p:sp>
        <p:nvSpPr>
          <p:cNvPr id="125" name="Shape 117"/>
          <p:cNvSpPr/>
          <p:nvPr/>
        </p:nvSpPr>
        <p:spPr>
          <a:xfrm>
            <a:off x="587776" y="3408885"/>
            <a:ext cx="256032" cy="119299"/>
          </a:xfrm>
          <a:prstGeom prst="rect">
            <a:avLst/>
          </a:prstGeom>
          <a:solidFill>
            <a:srgbClr val="F8F9FA"/>
          </a:solidFill>
          <a:ln w="6350">
            <a:solidFill>
              <a:srgbClr val="DDDDDD"/>
            </a:solidFill>
            <a:prstDash val="solid"/>
          </a:ln>
        </p:spPr>
      </p:sp>
      <p:sp>
        <p:nvSpPr>
          <p:cNvPr id="126" name="Text 11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7" name="Shape 119"/>
          <p:cNvSpPr/>
          <p:nvPr/>
        </p:nvSpPr>
        <p:spPr>
          <a:xfrm>
            <a:off x="843808" y="3408885"/>
            <a:ext cx="548640" cy="119299"/>
          </a:xfrm>
          <a:prstGeom prst="rect">
            <a:avLst/>
          </a:prstGeom>
          <a:solidFill>
            <a:srgbClr val="FFFFFF"/>
          </a:solidFill>
          <a:ln w="6350">
            <a:solidFill>
              <a:srgbClr val="E2E2E2"/>
            </a:solidFill>
            <a:prstDash val="solid"/>
          </a:ln>
        </p:spPr>
      </p:sp>
      <p:sp>
        <p:nvSpPr>
          <p:cNvPr id="128" name="Shape 120"/>
          <p:cNvSpPr/>
          <p:nvPr/>
        </p:nvSpPr>
        <p:spPr>
          <a:xfrm>
            <a:off x="1392448" y="3408885"/>
            <a:ext cx="777240" cy="119299"/>
          </a:xfrm>
          <a:prstGeom prst="rect">
            <a:avLst/>
          </a:prstGeom>
          <a:solidFill>
            <a:srgbClr val="FFFFFF"/>
          </a:solidFill>
          <a:ln w="6350">
            <a:solidFill>
              <a:srgbClr val="E2E2E2"/>
            </a:solidFill>
            <a:prstDash val="solid"/>
          </a:ln>
        </p:spPr>
      </p:sp>
      <p:sp>
        <p:nvSpPr>
          <p:cNvPr id="129" name="Shape 121"/>
          <p:cNvSpPr/>
          <p:nvPr/>
        </p:nvSpPr>
        <p:spPr>
          <a:xfrm>
            <a:off x="2169688" y="3408885"/>
            <a:ext cx="502920" cy="119299"/>
          </a:xfrm>
          <a:prstGeom prst="rect">
            <a:avLst/>
          </a:prstGeom>
          <a:solidFill>
            <a:srgbClr val="FFFFFF"/>
          </a:solidFill>
          <a:ln w="6350">
            <a:solidFill>
              <a:srgbClr val="E2E2E2"/>
            </a:solidFill>
            <a:prstDash val="solid"/>
          </a:ln>
        </p:spPr>
      </p:sp>
      <p:sp>
        <p:nvSpPr>
          <p:cNvPr id="130" name="Shape 122"/>
          <p:cNvSpPr/>
          <p:nvPr/>
        </p:nvSpPr>
        <p:spPr>
          <a:xfrm>
            <a:off x="2672608" y="3408885"/>
            <a:ext cx="685800" cy="119299"/>
          </a:xfrm>
          <a:prstGeom prst="rect">
            <a:avLst/>
          </a:prstGeom>
          <a:solidFill>
            <a:srgbClr val="FFFFFF"/>
          </a:solidFill>
          <a:ln w="6350">
            <a:solidFill>
              <a:srgbClr val="E2E2E2"/>
            </a:solidFill>
            <a:prstDash val="solid"/>
          </a:ln>
        </p:spPr>
      </p:sp>
      <p:sp>
        <p:nvSpPr>
          <p:cNvPr id="131" name="Shape 123"/>
          <p:cNvSpPr/>
          <p:nvPr/>
        </p:nvSpPr>
        <p:spPr>
          <a:xfrm>
            <a:off x="587776" y="3528185"/>
            <a:ext cx="256032" cy="119299"/>
          </a:xfrm>
          <a:prstGeom prst="rect">
            <a:avLst/>
          </a:prstGeom>
          <a:solidFill>
            <a:srgbClr val="F8F9FA"/>
          </a:solidFill>
          <a:ln w="6350">
            <a:solidFill>
              <a:srgbClr val="DDDDDD"/>
            </a:solidFill>
            <a:prstDash val="solid"/>
          </a:ln>
        </p:spPr>
      </p:sp>
      <p:sp>
        <p:nvSpPr>
          <p:cNvPr id="132" name="Text 12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3" name="Shape 125"/>
          <p:cNvSpPr/>
          <p:nvPr/>
        </p:nvSpPr>
        <p:spPr>
          <a:xfrm>
            <a:off x="843808" y="3528185"/>
            <a:ext cx="548640" cy="119299"/>
          </a:xfrm>
          <a:prstGeom prst="rect">
            <a:avLst/>
          </a:prstGeom>
          <a:solidFill>
            <a:srgbClr val="FFFFFF"/>
          </a:solidFill>
          <a:ln w="6350">
            <a:solidFill>
              <a:srgbClr val="E2E2E2"/>
            </a:solidFill>
            <a:prstDash val="solid"/>
          </a:ln>
        </p:spPr>
      </p:sp>
      <p:sp>
        <p:nvSpPr>
          <p:cNvPr id="134" name="Shape 126"/>
          <p:cNvSpPr/>
          <p:nvPr/>
        </p:nvSpPr>
        <p:spPr>
          <a:xfrm>
            <a:off x="1392448" y="3528185"/>
            <a:ext cx="777240" cy="119299"/>
          </a:xfrm>
          <a:prstGeom prst="rect">
            <a:avLst/>
          </a:prstGeom>
          <a:solidFill>
            <a:srgbClr val="FFFFFF"/>
          </a:solidFill>
          <a:ln w="6350">
            <a:solidFill>
              <a:srgbClr val="E2E2E2"/>
            </a:solidFill>
            <a:prstDash val="solid"/>
          </a:ln>
        </p:spPr>
      </p:sp>
      <p:sp>
        <p:nvSpPr>
          <p:cNvPr id="135" name="Shape 127"/>
          <p:cNvSpPr/>
          <p:nvPr/>
        </p:nvSpPr>
        <p:spPr>
          <a:xfrm>
            <a:off x="2169688" y="3528185"/>
            <a:ext cx="502920" cy="119299"/>
          </a:xfrm>
          <a:prstGeom prst="rect">
            <a:avLst/>
          </a:prstGeom>
          <a:solidFill>
            <a:srgbClr val="FFFFFF"/>
          </a:solidFill>
          <a:ln w="6350">
            <a:solidFill>
              <a:srgbClr val="E2E2E2"/>
            </a:solidFill>
            <a:prstDash val="solid"/>
          </a:ln>
        </p:spPr>
      </p:sp>
      <p:sp>
        <p:nvSpPr>
          <p:cNvPr id="136" name="Shape 128"/>
          <p:cNvSpPr/>
          <p:nvPr/>
        </p:nvSpPr>
        <p:spPr>
          <a:xfrm>
            <a:off x="2672608" y="3528185"/>
            <a:ext cx="68580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548640" cy="119299"/>
          </a:xfrm>
          <a:prstGeom prst="rect">
            <a:avLst/>
          </a:prstGeom>
          <a:solidFill>
            <a:srgbClr val="FFFFFF"/>
          </a:solidFill>
          <a:ln w="6350">
            <a:solidFill>
              <a:srgbClr val="E2E2E2"/>
            </a:solidFill>
            <a:prstDash val="solid"/>
          </a:ln>
        </p:spPr>
      </p:sp>
      <p:sp>
        <p:nvSpPr>
          <p:cNvPr id="140" name="Shape 132"/>
          <p:cNvSpPr/>
          <p:nvPr/>
        </p:nvSpPr>
        <p:spPr>
          <a:xfrm>
            <a:off x="1392448" y="3647484"/>
            <a:ext cx="777240" cy="119299"/>
          </a:xfrm>
          <a:prstGeom prst="rect">
            <a:avLst/>
          </a:prstGeom>
          <a:solidFill>
            <a:srgbClr val="FFFFFF"/>
          </a:solidFill>
          <a:ln w="6350">
            <a:solidFill>
              <a:srgbClr val="E2E2E2"/>
            </a:solidFill>
            <a:prstDash val="solid"/>
          </a:ln>
        </p:spPr>
      </p:sp>
      <p:sp>
        <p:nvSpPr>
          <p:cNvPr id="141" name="Shape 133"/>
          <p:cNvSpPr/>
          <p:nvPr/>
        </p:nvSpPr>
        <p:spPr>
          <a:xfrm>
            <a:off x="2169688" y="3647484"/>
            <a:ext cx="502920" cy="119299"/>
          </a:xfrm>
          <a:prstGeom prst="rect">
            <a:avLst/>
          </a:prstGeom>
          <a:solidFill>
            <a:srgbClr val="FFFFFF"/>
          </a:solidFill>
          <a:ln w="6350">
            <a:solidFill>
              <a:srgbClr val="E2E2E2"/>
            </a:solidFill>
            <a:prstDash val="solid"/>
          </a:ln>
        </p:spPr>
      </p:sp>
      <p:sp>
        <p:nvSpPr>
          <p:cNvPr id="142" name="Shape 134"/>
          <p:cNvSpPr/>
          <p:nvPr/>
        </p:nvSpPr>
        <p:spPr>
          <a:xfrm>
            <a:off x="2672608" y="3647484"/>
            <a:ext cx="685800" cy="119299"/>
          </a:xfrm>
          <a:prstGeom prst="rect">
            <a:avLst/>
          </a:prstGeom>
          <a:solidFill>
            <a:srgbClr val="FFFFFF"/>
          </a:solidFill>
          <a:ln w="6350">
            <a:solidFill>
              <a:srgbClr val="E2E2E2"/>
            </a:solidFill>
            <a:prstDash val="solid"/>
          </a:ln>
        </p:spPr>
      </p:sp>
      <p:sp>
        <p:nvSpPr>
          <p:cNvPr id="143" name="Shape 135"/>
          <p:cNvSpPr/>
          <p:nvPr/>
        </p:nvSpPr>
        <p:spPr>
          <a:xfrm>
            <a:off x="587776" y="3794216"/>
            <a:ext cx="4950927" cy="201168"/>
          </a:xfrm>
          <a:prstGeom prst="rect">
            <a:avLst/>
          </a:prstGeom>
          <a:solidFill>
            <a:srgbClr val="F8F9FA"/>
          </a:solidFill>
          <a:ln w="12700">
            <a:solidFill>
              <a:srgbClr val="F8F9FA"/>
            </a:solidFill>
            <a:prstDash val="solid"/>
          </a:ln>
        </p:spPr>
      </p:sp>
      <p:sp>
        <p:nvSpPr>
          <p:cNvPr id="144" name="Text 136"/>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5" name="Shape 137"/>
          <p:cNvSpPr/>
          <p:nvPr/>
        </p:nvSpPr>
        <p:spPr>
          <a:xfrm>
            <a:off x="1136416" y="3794216"/>
            <a:ext cx="731520" cy="201168"/>
          </a:xfrm>
          <a:prstGeom prst="rect">
            <a:avLst/>
          </a:prstGeom>
          <a:solidFill>
            <a:srgbClr val="E1EFFE"/>
          </a:solidFill>
          <a:ln w="12700">
            <a:solidFill>
              <a:srgbClr val="E1EFFE"/>
            </a:solidFill>
            <a:prstDash val="solid"/>
          </a:ln>
        </p:spPr>
      </p:sp>
      <p:sp>
        <p:nvSpPr>
          <p:cNvPr id="146" name="Text 138"/>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Santri</a:t>
            </a:r>
            <a:endParaRPr lang="en-US" sz="700" dirty="0"/>
          </a:p>
        </p:txBody>
      </p:sp>
      <p:sp>
        <p:nvSpPr>
          <p:cNvPr id="147" name="Text 139"/>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Setoran</a:t>
            </a:r>
            <a:endParaRPr lang="en-US" sz="700" dirty="0"/>
          </a:p>
        </p:txBody>
      </p:sp>
      <p:sp>
        <p:nvSpPr>
          <p:cNvPr id="148" name="Shape 140"/>
          <p:cNvSpPr/>
          <p:nvPr/>
        </p:nvSpPr>
        <p:spPr>
          <a:xfrm>
            <a:off x="825520" y="2674801"/>
            <a:ext cx="585216" cy="633073"/>
          </a:xfrm>
          <a:prstGeom prst="roundRect">
            <a:avLst>
              <a:gd name="adj" fmla="val 7813"/>
            </a:avLst>
          </a:prstGeom>
          <a:solidFill>
            <a:srgbClr val="FFFFFF">
              <a:alpha val="0"/>
            </a:srgbClr>
          </a:solidFill>
          <a:ln w="31750">
            <a:solidFill>
              <a:srgbClr val="E53935"/>
            </a:solidFill>
            <a:prstDash val="solid"/>
          </a:ln>
        </p:spPr>
      </p:sp>
      <p:sp>
        <p:nvSpPr>
          <p:cNvPr id="149" name="Shape 141"/>
          <p:cNvSpPr/>
          <p:nvPr/>
        </p:nvSpPr>
        <p:spPr>
          <a:xfrm>
            <a:off x="1273576" y="2537641"/>
            <a:ext cx="274320" cy="274320"/>
          </a:xfrm>
          <a:prstGeom prst="ellipse">
            <a:avLst/>
          </a:prstGeom>
          <a:solidFill>
            <a:srgbClr val="E53935"/>
          </a:solidFill>
          <a:ln w="12700">
            <a:solidFill>
              <a:srgbClr val="FFFFFF"/>
            </a:solidFill>
            <a:prstDash val="solid"/>
          </a:ln>
        </p:spPr>
      </p:sp>
      <p:sp>
        <p:nvSpPr>
          <p:cNvPr id="150" name="Text 142"/>
          <p:cNvSpPr txBox="1"/>
          <p:nvPr/>
        </p:nvSpPr>
        <p:spPr>
          <a:xfrm>
            <a:off x="1273576" y="25376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51" name="Image 6" descr="preencoded.png">    </p:cNvPr>
          <p:cNvPicPr>
            <a:picLocks noChangeAspect="1"/>
          </p:cNvPicPr>
          <p:nvPr/>
        </p:nvPicPr>
        <p:blipFill>
          <a:blip r:embed="rId7"/>
          <a:stretch>
            <a:fillRect/>
          </a:stretch>
        </p:blipFill>
        <p:spPr>
          <a:xfrm>
            <a:off x="1145560" y="3021162"/>
            <a:ext cx="237744" cy="237744"/>
          </a:xfrm>
          <a:prstGeom prst="rect">
            <a:avLst/>
          </a:prstGeom>
        </p:spPr>
      </p:pic>
      <p:sp>
        <p:nvSpPr>
          <p:cNvPr id="152" name="Shape 143"/>
          <p:cNvSpPr/>
          <p:nvPr/>
        </p:nvSpPr>
        <p:spPr>
          <a:xfrm>
            <a:off x="1118128" y="3775928"/>
            <a:ext cx="768096" cy="237744"/>
          </a:xfrm>
          <a:prstGeom prst="roundRect">
            <a:avLst>
              <a:gd name="adj" fmla="val 19231"/>
            </a:avLst>
          </a:prstGeom>
          <a:solidFill>
            <a:srgbClr val="FFFFFF">
              <a:alpha val="0"/>
            </a:srgbClr>
          </a:solidFill>
          <a:ln w="31750">
            <a:solidFill>
              <a:srgbClr val="E53935"/>
            </a:solidFill>
            <a:prstDash val="solid"/>
          </a:ln>
        </p:spPr>
      </p:sp>
      <p:sp>
        <p:nvSpPr>
          <p:cNvPr id="153" name="Shape 144"/>
          <p:cNvSpPr/>
          <p:nvPr/>
        </p:nvSpPr>
        <p:spPr>
          <a:xfrm>
            <a:off x="1749064" y="3638768"/>
            <a:ext cx="274320" cy="274320"/>
          </a:xfrm>
          <a:prstGeom prst="ellipse">
            <a:avLst/>
          </a:prstGeom>
          <a:solidFill>
            <a:srgbClr val="E53935"/>
          </a:solidFill>
          <a:ln w="12700">
            <a:solidFill>
              <a:srgbClr val="FFFFFF"/>
            </a:solidFill>
            <a:prstDash val="solid"/>
          </a:ln>
        </p:spPr>
      </p:sp>
      <p:sp>
        <p:nvSpPr>
          <p:cNvPr id="154" name="Text 145"/>
          <p:cNvSpPr txBox="1"/>
          <p:nvPr/>
        </p:nvSpPr>
        <p:spPr>
          <a:xfrm>
            <a:off x="1749064" y="36387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55" name="Image 7" descr="preencoded.png">    </p:cNvPr>
          <p:cNvPicPr>
            <a:picLocks noChangeAspect="1"/>
          </p:cNvPicPr>
          <p:nvPr/>
        </p:nvPicPr>
        <p:blipFill>
          <a:blip r:embed="rId8"/>
          <a:stretch>
            <a:fillRect/>
          </a:stretch>
        </p:blipFill>
        <p:spPr>
          <a:xfrm>
            <a:off x="1538752" y="3904858"/>
            <a:ext cx="237744" cy="237744"/>
          </a:xfrm>
          <a:prstGeom prst="rect">
            <a:avLst/>
          </a:prstGeom>
        </p:spPr>
      </p:pic>
      <p:sp>
        <p:nvSpPr>
          <p:cNvPr id="156" name="Text 1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57" name="Text 1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Lembar Santri: kode, nama, kelas, halaqah</a:t>
            </a:r>
            <a:endParaRPr lang="en-US" sz="1800" dirty="0"/>
          </a:p>
        </p:txBody>
      </p:sp>
      <p:sp>
        <p:nvSpPr>
          <p:cNvPr id="158" name="Text 1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Ganti nama Sheet1 menjadi Santri. Isi 6–8 santri fiktif dengan kode S001, S002, ... Bekukan baris judul.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Tabel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Database_Setoran_Kel3 -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Database_Setoran_Kel3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50292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46728" y="2573789"/>
            <a:ext cx="457200" cy="119299"/>
          </a:xfrm>
          <a:prstGeom prst="rect">
            <a:avLst/>
          </a:prstGeom>
          <a:solidFill>
            <a:srgbClr val="F8F9FA"/>
          </a:solidFill>
          <a:ln w="6350">
            <a:solidFill>
              <a:srgbClr val="DDDDDD"/>
            </a:solidFill>
            <a:prstDash val="solid"/>
          </a:ln>
        </p:spPr>
      </p:sp>
      <p:sp>
        <p:nvSpPr>
          <p:cNvPr id="64" name="Text 56"/>
          <p:cNvSpPr txBox="1"/>
          <p:nvPr/>
        </p:nvSpPr>
        <p:spPr>
          <a:xfrm>
            <a:off x="134672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8039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18039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444008" y="2573789"/>
            <a:ext cx="457200" cy="119299"/>
          </a:xfrm>
          <a:prstGeom prst="rect">
            <a:avLst/>
          </a:prstGeom>
          <a:solidFill>
            <a:srgbClr val="F8F9FA"/>
          </a:solidFill>
          <a:ln w="6350">
            <a:solidFill>
              <a:srgbClr val="DDDDDD"/>
            </a:solidFill>
            <a:prstDash val="solid"/>
          </a:ln>
        </p:spPr>
      </p:sp>
      <p:sp>
        <p:nvSpPr>
          <p:cNvPr id="68" name="Text 60"/>
          <p:cNvSpPr txBox="1"/>
          <p:nvPr/>
        </p:nvSpPr>
        <p:spPr>
          <a:xfrm>
            <a:off x="244400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0120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0120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587008" y="2573789"/>
            <a:ext cx="411480" cy="119299"/>
          </a:xfrm>
          <a:prstGeom prst="rect">
            <a:avLst/>
          </a:prstGeom>
          <a:solidFill>
            <a:srgbClr val="F8F9FA"/>
          </a:solidFill>
          <a:ln w="6350">
            <a:solidFill>
              <a:srgbClr val="DDDDDD"/>
            </a:solidFill>
            <a:prstDash val="solid"/>
          </a:ln>
        </p:spPr>
      </p:sp>
      <p:sp>
        <p:nvSpPr>
          <p:cNvPr id="72" name="Text 64"/>
          <p:cNvSpPr txBox="1"/>
          <p:nvPr/>
        </p:nvSpPr>
        <p:spPr>
          <a:xfrm>
            <a:off x="35870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50292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Tanggal</a:t>
            </a:r>
            <a:endParaRPr lang="en-US" sz="600" dirty="0"/>
          </a:p>
        </p:txBody>
      </p:sp>
      <p:sp>
        <p:nvSpPr>
          <p:cNvPr id="77" name="Shape 69"/>
          <p:cNvSpPr/>
          <p:nvPr/>
        </p:nvSpPr>
        <p:spPr>
          <a:xfrm>
            <a:off x="1346728" y="2693089"/>
            <a:ext cx="457200" cy="119299"/>
          </a:xfrm>
          <a:prstGeom prst="rect">
            <a:avLst/>
          </a:prstGeom>
          <a:solidFill>
            <a:srgbClr val="0F4C3A"/>
          </a:solidFill>
          <a:ln w="6350">
            <a:solidFill>
              <a:srgbClr val="E2E2E2"/>
            </a:solidFill>
            <a:prstDash val="solid"/>
          </a:ln>
        </p:spPr>
      </p:sp>
      <p:sp>
        <p:nvSpPr>
          <p:cNvPr id="78" name="Text 70"/>
          <p:cNvSpPr txBox="1"/>
          <p:nvPr/>
        </p:nvSpPr>
        <p:spPr>
          <a:xfrm>
            <a:off x="137416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9" name="Shape 71"/>
          <p:cNvSpPr/>
          <p:nvPr/>
        </p:nvSpPr>
        <p:spPr>
          <a:xfrm>
            <a:off x="18039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18313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81" name="Shape 73"/>
          <p:cNvSpPr/>
          <p:nvPr/>
        </p:nvSpPr>
        <p:spPr>
          <a:xfrm>
            <a:off x="2444008" y="2693089"/>
            <a:ext cx="457200" cy="119299"/>
          </a:xfrm>
          <a:prstGeom prst="rect">
            <a:avLst/>
          </a:prstGeom>
          <a:solidFill>
            <a:srgbClr val="0F4C3A"/>
          </a:solidFill>
          <a:ln w="6350">
            <a:solidFill>
              <a:srgbClr val="E2E2E2"/>
            </a:solidFill>
            <a:prstDash val="solid"/>
          </a:ln>
        </p:spPr>
      </p:sp>
      <p:sp>
        <p:nvSpPr>
          <p:cNvPr id="82" name="Text 74"/>
          <p:cNvSpPr txBox="1"/>
          <p:nvPr/>
        </p:nvSpPr>
        <p:spPr>
          <a:xfrm>
            <a:off x="247144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3" name="Shape 75"/>
          <p:cNvSpPr/>
          <p:nvPr/>
        </p:nvSpPr>
        <p:spPr>
          <a:xfrm>
            <a:off x="290120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292864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Surat</a:t>
            </a:r>
            <a:endParaRPr lang="en-US" sz="600" dirty="0"/>
          </a:p>
        </p:txBody>
      </p:sp>
      <p:sp>
        <p:nvSpPr>
          <p:cNvPr id="85" name="Shape 77"/>
          <p:cNvSpPr/>
          <p:nvPr/>
        </p:nvSpPr>
        <p:spPr>
          <a:xfrm>
            <a:off x="3587008" y="2693089"/>
            <a:ext cx="411480" cy="119299"/>
          </a:xfrm>
          <a:prstGeom prst="rect">
            <a:avLst/>
          </a:prstGeom>
          <a:solidFill>
            <a:srgbClr val="0F4C3A"/>
          </a:solidFill>
          <a:ln w="6350">
            <a:solidFill>
              <a:srgbClr val="E2E2E2"/>
            </a:solidFill>
            <a:prstDash val="solid"/>
          </a:ln>
        </p:spPr>
      </p:sp>
      <p:sp>
        <p:nvSpPr>
          <p:cNvPr id="86" name="Text 78"/>
          <p:cNvSpPr txBox="1"/>
          <p:nvPr/>
        </p:nvSpPr>
        <p:spPr>
          <a:xfrm>
            <a:off x="36144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Ayat</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50292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91" name="Shape 83"/>
          <p:cNvSpPr/>
          <p:nvPr/>
        </p:nvSpPr>
        <p:spPr>
          <a:xfrm>
            <a:off x="1346728" y="2812388"/>
            <a:ext cx="457200" cy="119299"/>
          </a:xfrm>
          <a:prstGeom prst="rect">
            <a:avLst/>
          </a:prstGeom>
          <a:solidFill>
            <a:srgbClr val="FFFFFF"/>
          </a:solidFill>
          <a:ln w="6350">
            <a:solidFill>
              <a:srgbClr val="E2E2E2"/>
            </a:solidFill>
            <a:prstDash val="solid"/>
          </a:ln>
        </p:spPr>
      </p:sp>
      <p:sp>
        <p:nvSpPr>
          <p:cNvPr id="92" name="Text 84"/>
          <p:cNvSpPr txBox="1"/>
          <p:nvPr/>
        </p:nvSpPr>
        <p:spPr>
          <a:xfrm>
            <a:off x="137416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3" name="Shape 85"/>
          <p:cNvSpPr/>
          <p:nvPr/>
        </p:nvSpPr>
        <p:spPr>
          <a:xfrm>
            <a:off x="1803928" y="2812388"/>
            <a:ext cx="640080" cy="119299"/>
          </a:xfrm>
          <a:prstGeom prst="rect">
            <a:avLst/>
          </a:prstGeom>
          <a:solidFill>
            <a:srgbClr val="FFFFFF"/>
          </a:solidFill>
          <a:ln w="6350">
            <a:solidFill>
              <a:srgbClr val="E2E2E2"/>
            </a:solidFill>
            <a:prstDash val="solid"/>
          </a:ln>
        </p:spPr>
      </p:sp>
      <p:sp>
        <p:nvSpPr>
          <p:cNvPr id="94" name="Shape 86"/>
          <p:cNvSpPr/>
          <p:nvPr/>
        </p:nvSpPr>
        <p:spPr>
          <a:xfrm>
            <a:off x="2444008" y="2812388"/>
            <a:ext cx="457200" cy="119299"/>
          </a:xfrm>
          <a:prstGeom prst="rect">
            <a:avLst/>
          </a:prstGeom>
          <a:solidFill>
            <a:srgbClr val="FFFFFF"/>
          </a:solidFill>
          <a:ln w="6350">
            <a:solidFill>
              <a:srgbClr val="E2E2E2"/>
            </a:solidFill>
            <a:prstDash val="solid"/>
          </a:ln>
        </p:spPr>
      </p:sp>
      <p:sp>
        <p:nvSpPr>
          <p:cNvPr id="95" name="Shape 87"/>
          <p:cNvSpPr/>
          <p:nvPr/>
        </p:nvSpPr>
        <p:spPr>
          <a:xfrm>
            <a:off x="2901208" y="2812388"/>
            <a:ext cx="685800" cy="119299"/>
          </a:xfrm>
          <a:prstGeom prst="rect">
            <a:avLst/>
          </a:prstGeom>
          <a:solidFill>
            <a:srgbClr val="FFFFFF"/>
          </a:solidFill>
          <a:ln w="6350">
            <a:solidFill>
              <a:srgbClr val="E2E2E2"/>
            </a:solidFill>
            <a:prstDash val="solid"/>
          </a:ln>
        </p:spPr>
      </p:sp>
      <p:sp>
        <p:nvSpPr>
          <p:cNvPr id="96" name="Text 88"/>
          <p:cNvSpPr txBox="1"/>
          <p:nvPr/>
        </p:nvSpPr>
        <p:spPr>
          <a:xfrm>
            <a:off x="292864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An-Naba</a:t>
            </a:r>
            <a:endParaRPr lang="en-US" sz="600" dirty="0"/>
          </a:p>
        </p:txBody>
      </p:sp>
      <p:sp>
        <p:nvSpPr>
          <p:cNvPr id="97" name="Shape 89"/>
          <p:cNvSpPr/>
          <p:nvPr/>
        </p:nvSpPr>
        <p:spPr>
          <a:xfrm>
            <a:off x="3587008" y="2812388"/>
            <a:ext cx="411480" cy="119299"/>
          </a:xfrm>
          <a:prstGeom prst="rect">
            <a:avLst/>
          </a:prstGeom>
          <a:solidFill>
            <a:srgbClr val="FFFFFF"/>
          </a:solidFill>
          <a:ln w="6350">
            <a:solidFill>
              <a:srgbClr val="E2E2E2"/>
            </a:solidFill>
            <a:prstDash val="solid"/>
          </a:ln>
        </p:spPr>
      </p:sp>
      <p:sp>
        <p:nvSpPr>
          <p:cNvPr id="98" name="Text 90"/>
          <p:cNvSpPr txBox="1"/>
          <p:nvPr/>
        </p:nvSpPr>
        <p:spPr>
          <a:xfrm>
            <a:off x="3614440" y="28123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20</a:t>
            </a:r>
            <a:endParaRPr lang="en-US" sz="600" dirty="0"/>
          </a:p>
        </p:txBody>
      </p:sp>
      <p:sp>
        <p:nvSpPr>
          <p:cNvPr id="99" name="Shape 91"/>
          <p:cNvSpPr/>
          <p:nvPr/>
        </p:nvSpPr>
        <p:spPr>
          <a:xfrm>
            <a:off x="587776" y="2931688"/>
            <a:ext cx="256032" cy="119299"/>
          </a:xfrm>
          <a:prstGeom prst="rect">
            <a:avLst/>
          </a:prstGeom>
          <a:solidFill>
            <a:srgbClr val="F8F9FA"/>
          </a:solidFill>
          <a:ln w="6350">
            <a:solidFill>
              <a:srgbClr val="DDDDDD"/>
            </a:solidFill>
            <a:prstDash val="solid"/>
          </a:ln>
        </p:spPr>
      </p:sp>
      <p:sp>
        <p:nvSpPr>
          <p:cNvPr id="100" name="Text 9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1" name="Shape 93"/>
          <p:cNvSpPr/>
          <p:nvPr/>
        </p:nvSpPr>
        <p:spPr>
          <a:xfrm>
            <a:off x="843808" y="2931688"/>
            <a:ext cx="502920" cy="119299"/>
          </a:xfrm>
          <a:prstGeom prst="rect">
            <a:avLst/>
          </a:prstGeom>
          <a:solidFill>
            <a:srgbClr val="FFFFFF"/>
          </a:solidFill>
          <a:ln w="6350">
            <a:solidFill>
              <a:srgbClr val="E2E2E2"/>
            </a:solidFill>
            <a:prstDash val="solid"/>
          </a:ln>
        </p:spPr>
      </p:sp>
      <p:sp>
        <p:nvSpPr>
          <p:cNvPr id="102" name="Text 94"/>
          <p:cNvSpPr txBox="1"/>
          <p:nvPr/>
        </p:nvSpPr>
        <p:spPr>
          <a:xfrm>
            <a:off x="87124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103" name="Shape 95"/>
          <p:cNvSpPr/>
          <p:nvPr/>
        </p:nvSpPr>
        <p:spPr>
          <a:xfrm>
            <a:off x="1346728" y="2931688"/>
            <a:ext cx="457200" cy="119299"/>
          </a:xfrm>
          <a:prstGeom prst="rect">
            <a:avLst/>
          </a:prstGeom>
          <a:solidFill>
            <a:srgbClr val="FFFFFF"/>
          </a:solidFill>
          <a:ln w="6350">
            <a:solidFill>
              <a:srgbClr val="E2E2E2"/>
            </a:solidFill>
            <a:prstDash val="solid"/>
          </a:ln>
        </p:spPr>
      </p:sp>
      <p:sp>
        <p:nvSpPr>
          <p:cNvPr id="104" name="Text 96"/>
          <p:cNvSpPr txBox="1"/>
          <p:nvPr/>
        </p:nvSpPr>
        <p:spPr>
          <a:xfrm>
            <a:off x="1374160" y="29316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05" name="Shape 97"/>
          <p:cNvSpPr/>
          <p:nvPr/>
        </p:nvSpPr>
        <p:spPr>
          <a:xfrm>
            <a:off x="1803928" y="2931688"/>
            <a:ext cx="640080" cy="119299"/>
          </a:xfrm>
          <a:prstGeom prst="rect">
            <a:avLst/>
          </a:prstGeom>
          <a:solidFill>
            <a:srgbClr val="FFFFFF"/>
          </a:solidFill>
          <a:ln w="6350">
            <a:solidFill>
              <a:srgbClr val="E2E2E2"/>
            </a:solidFill>
            <a:prstDash val="solid"/>
          </a:ln>
        </p:spPr>
      </p:sp>
      <p:sp>
        <p:nvSpPr>
          <p:cNvPr id="106" name="Shape 98"/>
          <p:cNvSpPr/>
          <p:nvPr/>
        </p:nvSpPr>
        <p:spPr>
          <a:xfrm>
            <a:off x="2444008" y="2931688"/>
            <a:ext cx="457200" cy="119299"/>
          </a:xfrm>
          <a:prstGeom prst="rect">
            <a:avLst/>
          </a:prstGeom>
          <a:solidFill>
            <a:srgbClr val="FFFFFF"/>
          </a:solidFill>
          <a:ln w="6350">
            <a:solidFill>
              <a:srgbClr val="E2E2E2"/>
            </a:solidFill>
            <a:prstDash val="solid"/>
          </a:ln>
        </p:spPr>
      </p:sp>
      <p:sp>
        <p:nvSpPr>
          <p:cNvPr id="107" name="Shape 99"/>
          <p:cNvSpPr/>
          <p:nvPr/>
        </p:nvSpPr>
        <p:spPr>
          <a:xfrm>
            <a:off x="2901208" y="2931688"/>
            <a:ext cx="685800" cy="119299"/>
          </a:xfrm>
          <a:prstGeom prst="rect">
            <a:avLst/>
          </a:prstGeom>
          <a:solidFill>
            <a:srgbClr val="FFFFFF"/>
          </a:solidFill>
          <a:ln w="6350">
            <a:solidFill>
              <a:srgbClr val="E2E2E2"/>
            </a:solidFill>
            <a:prstDash val="solid"/>
          </a:ln>
        </p:spPr>
      </p:sp>
      <p:sp>
        <p:nvSpPr>
          <p:cNvPr id="108" name="Text 100"/>
          <p:cNvSpPr txBox="1"/>
          <p:nvPr/>
        </p:nvSpPr>
        <p:spPr>
          <a:xfrm>
            <a:off x="292864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An-Naziat</a:t>
            </a:r>
            <a:endParaRPr lang="en-US" sz="600" dirty="0"/>
          </a:p>
        </p:txBody>
      </p:sp>
      <p:sp>
        <p:nvSpPr>
          <p:cNvPr id="109" name="Shape 101"/>
          <p:cNvSpPr/>
          <p:nvPr/>
        </p:nvSpPr>
        <p:spPr>
          <a:xfrm>
            <a:off x="3587008" y="2931688"/>
            <a:ext cx="411480" cy="119299"/>
          </a:xfrm>
          <a:prstGeom prst="rect">
            <a:avLst/>
          </a:prstGeom>
          <a:solidFill>
            <a:srgbClr val="FFFFFF"/>
          </a:solidFill>
          <a:ln w="6350">
            <a:solidFill>
              <a:srgbClr val="E2E2E2"/>
            </a:solidFill>
            <a:prstDash val="solid"/>
          </a:ln>
        </p:spPr>
      </p:sp>
      <p:sp>
        <p:nvSpPr>
          <p:cNvPr id="110" name="Text 102"/>
          <p:cNvSpPr txBox="1"/>
          <p:nvPr/>
        </p:nvSpPr>
        <p:spPr>
          <a:xfrm>
            <a:off x="3614440" y="29316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15</a:t>
            </a:r>
            <a:endParaRPr lang="en-US" sz="600" dirty="0"/>
          </a:p>
        </p:txBody>
      </p:sp>
      <p:sp>
        <p:nvSpPr>
          <p:cNvPr id="111" name="Shape 103"/>
          <p:cNvSpPr/>
          <p:nvPr/>
        </p:nvSpPr>
        <p:spPr>
          <a:xfrm>
            <a:off x="587776" y="3050987"/>
            <a:ext cx="256032" cy="119299"/>
          </a:xfrm>
          <a:prstGeom prst="rect">
            <a:avLst/>
          </a:prstGeom>
          <a:solidFill>
            <a:srgbClr val="F8F9FA"/>
          </a:solidFill>
          <a:ln w="6350">
            <a:solidFill>
              <a:srgbClr val="DDDDDD"/>
            </a:solidFill>
            <a:prstDash val="solid"/>
          </a:ln>
        </p:spPr>
      </p:sp>
      <p:sp>
        <p:nvSpPr>
          <p:cNvPr id="112" name="Text 104"/>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3" name="Shape 105"/>
          <p:cNvSpPr/>
          <p:nvPr/>
        </p:nvSpPr>
        <p:spPr>
          <a:xfrm>
            <a:off x="843808" y="3050987"/>
            <a:ext cx="502920" cy="119299"/>
          </a:xfrm>
          <a:prstGeom prst="rect">
            <a:avLst/>
          </a:prstGeom>
          <a:solidFill>
            <a:srgbClr val="FFFFFF"/>
          </a:solidFill>
          <a:ln w="6350">
            <a:solidFill>
              <a:srgbClr val="E2E2E2"/>
            </a:solidFill>
            <a:prstDash val="solid"/>
          </a:ln>
        </p:spPr>
      </p:sp>
      <p:sp>
        <p:nvSpPr>
          <p:cNvPr id="114" name="Text 106"/>
          <p:cNvSpPr txBox="1"/>
          <p:nvPr/>
        </p:nvSpPr>
        <p:spPr>
          <a:xfrm>
            <a:off x="871240" y="30509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04/02</a:t>
            </a:r>
            <a:endParaRPr lang="en-US" sz="600" dirty="0"/>
          </a:p>
        </p:txBody>
      </p:sp>
      <p:sp>
        <p:nvSpPr>
          <p:cNvPr id="115" name="Shape 107"/>
          <p:cNvSpPr/>
          <p:nvPr/>
        </p:nvSpPr>
        <p:spPr>
          <a:xfrm>
            <a:off x="1346728" y="3050987"/>
            <a:ext cx="457200" cy="119299"/>
          </a:xfrm>
          <a:prstGeom prst="rect">
            <a:avLst/>
          </a:prstGeom>
          <a:solidFill>
            <a:srgbClr val="FFFFFF"/>
          </a:solidFill>
          <a:ln w="6350">
            <a:solidFill>
              <a:srgbClr val="E2E2E2"/>
            </a:solidFill>
            <a:prstDash val="solid"/>
          </a:ln>
        </p:spPr>
      </p:sp>
      <p:sp>
        <p:nvSpPr>
          <p:cNvPr id="116" name="Text 108"/>
          <p:cNvSpPr txBox="1"/>
          <p:nvPr/>
        </p:nvSpPr>
        <p:spPr>
          <a:xfrm>
            <a:off x="1374160" y="30509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117" name="Shape 109"/>
          <p:cNvSpPr/>
          <p:nvPr/>
        </p:nvSpPr>
        <p:spPr>
          <a:xfrm>
            <a:off x="1803928" y="3050987"/>
            <a:ext cx="640080" cy="119299"/>
          </a:xfrm>
          <a:prstGeom prst="rect">
            <a:avLst/>
          </a:prstGeom>
          <a:solidFill>
            <a:srgbClr val="FFFFFF"/>
          </a:solidFill>
          <a:ln w="6350">
            <a:solidFill>
              <a:srgbClr val="E2E2E2"/>
            </a:solidFill>
            <a:prstDash val="solid"/>
          </a:ln>
        </p:spPr>
      </p:sp>
      <p:sp>
        <p:nvSpPr>
          <p:cNvPr id="118" name="Shape 110"/>
          <p:cNvSpPr/>
          <p:nvPr/>
        </p:nvSpPr>
        <p:spPr>
          <a:xfrm>
            <a:off x="2444008" y="3050987"/>
            <a:ext cx="457200" cy="119299"/>
          </a:xfrm>
          <a:prstGeom prst="rect">
            <a:avLst/>
          </a:prstGeom>
          <a:solidFill>
            <a:srgbClr val="FFFFFF"/>
          </a:solidFill>
          <a:ln w="6350">
            <a:solidFill>
              <a:srgbClr val="E2E2E2"/>
            </a:solidFill>
            <a:prstDash val="solid"/>
          </a:ln>
        </p:spPr>
      </p:sp>
      <p:sp>
        <p:nvSpPr>
          <p:cNvPr id="119" name="Shape 111"/>
          <p:cNvSpPr/>
          <p:nvPr/>
        </p:nvSpPr>
        <p:spPr>
          <a:xfrm>
            <a:off x="2901208" y="3050987"/>
            <a:ext cx="685800" cy="119299"/>
          </a:xfrm>
          <a:prstGeom prst="rect">
            <a:avLst/>
          </a:prstGeom>
          <a:solidFill>
            <a:srgbClr val="FFFFFF"/>
          </a:solidFill>
          <a:ln w="6350">
            <a:solidFill>
              <a:srgbClr val="E2E2E2"/>
            </a:solidFill>
            <a:prstDash val="solid"/>
          </a:ln>
        </p:spPr>
      </p:sp>
      <p:sp>
        <p:nvSpPr>
          <p:cNvPr id="120" name="Text 112"/>
          <p:cNvSpPr txBox="1"/>
          <p:nvPr/>
        </p:nvSpPr>
        <p:spPr>
          <a:xfrm>
            <a:off x="292864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Abasa</a:t>
            </a:r>
            <a:endParaRPr lang="en-US" sz="600" dirty="0"/>
          </a:p>
        </p:txBody>
      </p:sp>
      <p:sp>
        <p:nvSpPr>
          <p:cNvPr id="121" name="Shape 113"/>
          <p:cNvSpPr/>
          <p:nvPr/>
        </p:nvSpPr>
        <p:spPr>
          <a:xfrm>
            <a:off x="358700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3614440" y="3050987"/>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18</a:t>
            </a:r>
            <a:endParaRPr lang="en-US" sz="600" dirty="0"/>
          </a:p>
        </p:txBody>
      </p:sp>
      <p:sp>
        <p:nvSpPr>
          <p:cNvPr id="123" name="Shape 115"/>
          <p:cNvSpPr/>
          <p:nvPr/>
        </p:nvSpPr>
        <p:spPr>
          <a:xfrm>
            <a:off x="587776" y="3170287"/>
            <a:ext cx="256032" cy="119299"/>
          </a:xfrm>
          <a:prstGeom prst="rect">
            <a:avLst/>
          </a:prstGeom>
          <a:solidFill>
            <a:srgbClr val="F8F9FA"/>
          </a:solidFill>
          <a:ln w="6350">
            <a:solidFill>
              <a:srgbClr val="DDDDDD"/>
            </a:solidFill>
            <a:prstDash val="solid"/>
          </a:ln>
        </p:spPr>
      </p:sp>
      <p:sp>
        <p:nvSpPr>
          <p:cNvPr id="124" name="Text 116"/>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25" name="Shape 117"/>
          <p:cNvSpPr/>
          <p:nvPr/>
        </p:nvSpPr>
        <p:spPr>
          <a:xfrm>
            <a:off x="843808" y="3170287"/>
            <a:ext cx="502920" cy="119299"/>
          </a:xfrm>
          <a:prstGeom prst="rect">
            <a:avLst/>
          </a:prstGeom>
          <a:solidFill>
            <a:srgbClr val="FFFFFF"/>
          </a:solidFill>
          <a:ln w="6350">
            <a:solidFill>
              <a:srgbClr val="E2E2E2"/>
            </a:solidFill>
            <a:prstDash val="solid"/>
          </a:ln>
        </p:spPr>
      </p:sp>
      <p:sp>
        <p:nvSpPr>
          <p:cNvPr id="126" name="Text 118"/>
          <p:cNvSpPr txBox="1"/>
          <p:nvPr/>
        </p:nvSpPr>
        <p:spPr>
          <a:xfrm>
            <a:off x="871240" y="31702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04/02</a:t>
            </a:r>
            <a:endParaRPr lang="en-US" sz="600" dirty="0"/>
          </a:p>
        </p:txBody>
      </p:sp>
      <p:sp>
        <p:nvSpPr>
          <p:cNvPr id="127" name="Shape 119"/>
          <p:cNvSpPr/>
          <p:nvPr/>
        </p:nvSpPr>
        <p:spPr>
          <a:xfrm>
            <a:off x="1346728" y="3170287"/>
            <a:ext cx="457200" cy="119299"/>
          </a:xfrm>
          <a:prstGeom prst="rect">
            <a:avLst/>
          </a:prstGeom>
          <a:solidFill>
            <a:srgbClr val="FFFFFF"/>
          </a:solidFill>
          <a:ln w="6350">
            <a:solidFill>
              <a:srgbClr val="E2E2E2"/>
            </a:solidFill>
            <a:prstDash val="solid"/>
          </a:ln>
        </p:spPr>
      </p:sp>
      <p:sp>
        <p:nvSpPr>
          <p:cNvPr id="128" name="Text 120"/>
          <p:cNvSpPr txBox="1"/>
          <p:nvPr/>
        </p:nvSpPr>
        <p:spPr>
          <a:xfrm>
            <a:off x="1374160" y="31702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29" name="Shape 121"/>
          <p:cNvSpPr/>
          <p:nvPr/>
        </p:nvSpPr>
        <p:spPr>
          <a:xfrm>
            <a:off x="1803928" y="3170287"/>
            <a:ext cx="640080" cy="119299"/>
          </a:xfrm>
          <a:prstGeom prst="rect">
            <a:avLst/>
          </a:prstGeom>
          <a:solidFill>
            <a:srgbClr val="FFFFFF"/>
          </a:solidFill>
          <a:ln w="6350">
            <a:solidFill>
              <a:srgbClr val="E2E2E2"/>
            </a:solidFill>
            <a:prstDash val="solid"/>
          </a:ln>
        </p:spPr>
      </p:sp>
      <p:sp>
        <p:nvSpPr>
          <p:cNvPr id="130" name="Shape 122"/>
          <p:cNvSpPr/>
          <p:nvPr/>
        </p:nvSpPr>
        <p:spPr>
          <a:xfrm>
            <a:off x="2444008" y="3170287"/>
            <a:ext cx="457200" cy="119299"/>
          </a:xfrm>
          <a:prstGeom prst="rect">
            <a:avLst/>
          </a:prstGeom>
          <a:solidFill>
            <a:srgbClr val="FFFFFF"/>
          </a:solidFill>
          <a:ln w="6350">
            <a:solidFill>
              <a:srgbClr val="E2E2E2"/>
            </a:solidFill>
            <a:prstDash val="solid"/>
          </a:ln>
        </p:spPr>
      </p:sp>
      <p:sp>
        <p:nvSpPr>
          <p:cNvPr id="131" name="Shape 123"/>
          <p:cNvSpPr/>
          <p:nvPr/>
        </p:nvSpPr>
        <p:spPr>
          <a:xfrm>
            <a:off x="2901208" y="3170287"/>
            <a:ext cx="685800" cy="119299"/>
          </a:xfrm>
          <a:prstGeom prst="rect">
            <a:avLst/>
          </a:prstGeom>
          <a:solidFill>
            <a:srgbClr val="FFFFFF"/>
          </a:solidFill>
          <a:ln w="6350">
            <a:solidFill>
              <a:srgbClr val="E2E2E2"/>
            </a:solidFill>
            <a:prstDash val="solid"/>
          </a:ln>
        </p:spPr>
      </p:sp>
      <p:sp>
        <p:nvSpPr>
          <p:cNvPr id="132" name="Text 124"/>
          <p:cNvSpPr txBox="1"/>
          <p:nvPr/>
        </p:nvSpPr>
        <p:spPr>
          <a:xfrm>
            <a:off x="292864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An-Naba</a:t>
            </a:r>
            <a:endParaRPr lang="en-US" sz="600" dirty="0"/>
          </a:p>
        </p:txBody>
      </p:sp>
      <p:sp>
        <p:nvSpPr>
          <p:cNvPr id="133" name="Shape 125"/>
          <p:cNvSpPr/>
          <p:nvPr/>
        </p:nvSpPr>
        <p:spPr>
          <a:xfrm>
            <a:off x="3587008" y="3170287"/>
            <a:ext cx="411480" cy="119299"/>
          </a:xfrm>
          <a:prstGeom prst="rect">
            <a:avLst/>
          </a:prstGeom>
          <a:solidFill>
            <a:srgbClr val="FFFFFF"/>
          </a:solidFill>
          <a:ln w="6350">
            <a:solidFill>
              <a:srgbClr val="E2E2E2"/>
            </a:solidFill>
            <a:prstDash val="solid"/>
          </a:ln>
        </p:spPr>
      </p:sp>
      <p:sp>
        <p:nvSpPr>
          <p:cNvPr id="134" name="Text 126"/>
          <p:cNvSpPr txBox="1"/>
          <p:nvPr/>
        </p:nvSpPr>
        <p:spPr>
          <a:xfrm>
            <a:off x="3614440" y="3170287"/>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10</a:t>
            </a:r>
            <a:endParaRPr lang="en-US" sz="600" dirty="0"/>
          </a:p>
        </p:txBody>
      </p:sp>
      <p:sp>
        <p:nvSpPr>
          <p:cNvPr id="135" name="Shape 127"/>
          <p:cNvSpPr/>
          <p:nvPr/>
        </p:nvSpPr>
        <p:spPr>
          <a:xfrm>
            <a:off x="587776" y="3289586"/>
            <a:ext cx="256032" cy="119299"/>
          </a:xfrm>
          <a:prstGeom prst="rect">
            <a:avLst/>
          </a:prstGeom>
          <a:solidFill>
            <a:srgbClr val="F8F9FA"/>
          </a:solidFill>
          <a:ln w="6350">
            <a:solidFill>
              <a:srgbClr val="DDDDDD"/>
            </a:solidFill>
            <a:prstDash val="solid"/>
          </a:ln>
        </p:spPr>
      </p:sp>
      <p:sp>
        <p:nvSpPr>
          <p:cNvPr id="136" name="Text 128"/>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37" name="Shape 129"/>
          <p:cNvSpPr/>
          <p:nvPr/>
        </p:nvSpPr>
        <p:spPr>
          <a:xfrm>
            <a:off x="843808" y="3289586"/>
            <a:ext cx="502920" cy="119299"/>
          </a:xfrm>
          <a:prstGeom prst="rect">
            <a:avLst/>
          </a:prstGeom>
          <a:solidFill>
            <a:srgbClr val="FFFFFF"/>
          </a:solidFill>
          <a:ln w="6350">
            <a:solidFill>
              <a:srgbClr val="E2E2E2"/>
            </a:solidFill>
            <a:prstDash val="solid"/>
          </a:ln>
        </p:spPr>
      </p:sp>
      <p:sp>
        <p:nvSpPr>
          <p:cNvPr id="138" name="Shape 130"/>
          <p:cNvSpPr/>
          <p:nvPr/>
        </p:nvSpPr>
        <p:spPr>
          <a:xfrm>
            <a:off x="1346728" y="3289586"/>
            <a:ext cx="457200" cy="119299"/>
          </a:xfrm>
          <a:prstGeom prst="rect">
            <a:avLst/>
          </a:prstGeom>
          <a:solidFill>
            <a:srgbClr val="FFFFFF"/>
          </a:solidFill>
          <a:ln w="6350">
            <a:solidFill>
              <a:srgbClr val="E2E2E2"/>
            </a:solidFill>
            <a:prstDash val="solid"/>
          </a:ln>
        </p:spPr>
      </p:sp>
      <p:sp>
        <p:nvSpPr>
          <p:cNvPr id="139" name="Shape 131"/>
          <p:cNvSpPr/>
          <p:nvPr/>
        </p:nvSpPr>
        <p:spPr>
          <a:xfrm>
            <a:off x="1803928" y="3289586"/>
            <a:ext cx="640080" cy="119299"/>
          </a:xfrm>
          <a:prstGeom prst="rect">
            <a:avLst/>
          </a:prstGeom>
          <a:solidFill>
            <a:srgbClr val="FFFFFF"/>
          </a:solidFill>
          <a:ln w="6350">
            <a:solidFill>
              <a:srgbClr val="E2E2E2"/>
            </a:solidFill>
            <a:prstDash val="solid"/>
          </a:ln>
        </p:spPr>
      </p:sp>
      <p:sp>
        <p:nvSpPr>
          <p:cNvPr id="140" name="Shape 132"/>
          <p:cNvSpPr/>
          <p:nvPr/>
        </p:nvSpPr>
        <p:spPr>
          <a:xfrm>
            <a:off x="2444008" y="3289586"/>
            <a:ext cx="457200" cy="119299"/>
          </a:xfrm>
          <a:prstGeom prst="rect">
            <a:avLst/>
          </a:prstGeom>
          <a:solidFill>
            <a:srgbClr val="FFFFFF"/>
          </a:solidFill>
          <a:ln w="6350">
            <a:solidFill>
              <a:srgbClr val="E2E2E2"/>
            </a:solidFill>
            <a:prstDash val="solid"/>
          </a:ln>
        </p:spPr>
      </p:sp>
      <p:sp>
        <p:nvSpPr>
          <p:cNvPr id="141" name="Shape 133"/>
          <p:cNvSpPr/>
          <p:nvPr/>
        </p:nvSpPr>
        <p:spPr>
          <a:xfrm>
            <a:off x="2901208" y="3289586"/>
            <a:ext cx="685800" cy="119299"/>
          </a:xfrm>
          <a:prstGeom prst="rect">
            <a:avLst/>
          </a:prstGeom>
          <a:solidFill>
            <a:srgbClr val="FFFFFF"/>
          </a:solidFill>
          <a:ln w="6350">
            <a:solidFill>
              <a:srgbClr val="E2E2E2"/>
            </a:solidFill>
            <a:prstDash val="solid"/>
          </a:ln>
        </p:spPr>
      </p:sp>
      <p:sp>
        <p:nvSpPr>
          <p:cNvPr id="142" name="Shape 134"/>
          <p:cNvSpPr/>
          <p:nvPr/>
        </p:nvSpPr>
        <p:spPr>
          <a:xfrm>
            <a:off x="3587008" y="3289586"/>
            <a:ext cx="411480" cy="119299"/>
          </a:xfrm>
          <a:prstGeom prst="rect">
            <a:avLst/>
          </a:prstGeom>
          <a:solidFill>
            <a:srgbClr val="FFFFFF"/>
          </a:solidFill>
          <a:ln w="6350">
            <a:solidFill>
              <a:srgbClr val="E2E2E2"/>
            </a:solidFill>
            <a:prstDash val="solid"/>
          </a:ln>
        </p:spPr>
      </p:sp>
      <p:sp>
        <p:nvSpPr>
          <p:cNvPr id="143" name="Shape 135"/>
          <p:cNvSpPr/>
          <p:nvPr/>
        </p:nvSpPr>
        <p:spPr>
          <a:xfrm>
            <a:off x="587776" y="3408885"/>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45" name="Shape 137"/>
          <p:cNvSpPr/>
          <p:nvPr/>
        </p:nvSpPr>
        <p:spPr>
          <a:xfrm>
            <a:off x="843808" y="3408885"/>
            <a:ext cx="502920" cy="119299"/>
          </a:xfrm>
          <a:prstGeom prst="rect">
            <a:avLst/>
          </a:prstGeom>
          <a:solidFill>
            <a:srgbClr val="FFFFFF"/>
          </a:solidFill>
          <a:ln w="6350">
            <a:solidFill>
              <a:srgbClr val="E2E2E2"/>
            </a:solidFill>
            <a:prstDash val="solid"/>
          </a:ln>
        </p:spPr>
      </p:sp>
      <p:sp>
        <p:nvSpPr>
          <p:cNvPr id="146" name="Shape 138"/>
          <p:cNvSpPr/>
          <p:nvPr/>
        </p:nvSpPr>
        <p:spPr>
          <a:xfrm>
            <a:off x="1346728" y="3408885"/>
            <a:ext cx="457200" cy="119299"/>
          </a:xfrm>
          <a:prstGeom prst="rect">
            <a:avLst/>
          </a:prstGeom>
          <a:solidFill>
            <a:srgbClr val="FFFFFF"/>
          </a:solidFill>
          <a:ln w="6350">
            <a:solidFill>
              <a:srgbClr val="E2E2E2"/>
            </a:solidFill>
            <a:prstDash val="solid"/>
          </a:ln>
        </p:spPr>
      </p:sp>
      <p:sp>
        <p:nvSpPr>
          <p:cNvPr id="147" name="Shape 139"/>
          <p:cNvSpPr/>
          <p:nvPr/>
        </p:nvSpPr>
        <p:spPr>
          <a:xfrm>
            <a:off x="1803928" y="3408885"/>
            <a:ext cx="640080" cy="119299"/>
          </a:xfrm>
          <a:prstGeom prst="rect">
            <a:avLst/>
          </a:prstGeom>
          <a:solidFill>
            <a:srgbClr val="FFFFFF"/>
          </a:solidFill>
          <a:ln w="6350">
            <a:solidFill>
              <a:srgbClr val="E2E2E2"/>
            </a:solidFill>
            <a:prstDash val="solid"/>
          </a:ln>
        </p:spPr>
      </p:sp>
      <p:sp>
        <p:nvSpPr>
          <p:cNvPr id="148" name="Shape 140"/>
          <p:cNvSpPr/>
          <p:nvPr/>
        </p:nvSpPr>
        <p:spPr>
          <a:xfrm>
            <a:off x="2444008" y="3408885"/>
            <a:ext cx="457200" cy="119299"/>
          </a:xfrm>
          <a:prstGeom prst="rect">
            <a:avLst/>
          </a:prstGeom>
          <a:solidFill>
            <a:srgbClr val="FFFFFF"/>
          </a:solidFill>
          <a:ln w="6350">
            <a:solidFill>
              <a:srgbClr val="E2E2E2"/>
            </a:solidFill>
            <a:prstDash val="solid"/>
          </a:ln>
        </p:spPr>
      </p:sp>
      <p:sp>
        <p:nvSpPr>
          <p:cNvPr id="149" name="Shape 141"/>
          <p:cNvSpPr/>
          <p:nvPr/>
        </p:nvSpPr>
        <p:spPr>
          <a:xfrm>
            <a:off x="2901208" y="3408885"/>
            <a:ext cx="685800" cy="119299"/>
          </a:xfrm>
          <a:prstGeom prst="rect">
            <a:avLst/>
          </a:prstGeom>
          <a:solidFill>
            <a:srgbClr val="FFFFFF"/>
          </a:solidFill>
          <a:ln w="6350">
            <a:solidFill>
              <a:srgbClr val="E2E2E2"/>
            </a:solidFill>
            <a:prstDash val="solid"/>
          </a:ln>
        </p:spPr>
      </p:sp>
      <p:sp>
        <p:nvSpPr>
          <p:cNvPr id="150" name="Shape 142"/>
          <p:cNvSpPr/>
          <p:nvPr/>
        </p:nvSpPr>
        <p:spPr>
          <a:xfrm>
            <a:off x="3587008" y="3408885"/>
            <a:ext cx="411480" cy="119299"/>
          </a:xfrm>
          <a:prstGeom prst="rect">
            <a:avLst/>
          </a:prstGeom>
          <a:solidFill>
            <a:srgbClr val="FFFFFF"/>
          </a:solidFill>
          <a:ln w="6350">
            <a:solidFill>
              <a:srgbClr val="E2E2E2"/>
            </a:solidFill>
            <a:prstDash val="solid"/>
          </a:ln>
        </p:spPr>
      </p:sp>
      <p:sp>
        <p:nvSpPr>
          <p:cNvPr id="151" name="Shape 143"/>
          <p:cNvSpPr/>
          <p:nvPr/>
        </p:nvSpPr>
        <p:spPr>
          <a:xfrm>
            <a:off x="587776" y="3528185"/>
            <a:ext cx="256032" cy="119299"/>
          </a:xfrm>
          <a:prstGeom prst="rect">
            <a:avLst/>
          </a:prstGeom>
          <a:solidFill>
            <a:srgbClr val="F8F9FA"/>
          </a:solidFill>
          <a:ln w="6350">
            <a:solidFill>
              <a:srgbClr val="DDDDDD"/>
            </a:solidFill>
            <a:prstDash val="solid"/>
          </a:ln>
        </p:spPr>
      </p:sp>
      <p:sp>
        <p:nvSpPr>
          <p:cNvPr id="152" name="Text 14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53" name="Shape 145"/>
          <p:cNvSpPr/>
          <p:nvPr/>
        </p:nvSpPr>
        <p:spPr>
          <a:xfrm>
            <a:off x="843808" y="3528185"/>
            <a:ext cx="502920" cy="119299"/>
          </a:xfrm>
          <a:prstGeom prst="rect">
            <a:avLst/>
          </a:prstGeom>
          <a:solidFill>
            <a:srgbClr val="FFFFFF"/>
          </a:solidFill>
          <a:ln w="6350">
            <a:solidFill>
              <a:srgbClr val="E2E2E2"/>
            </a:solidFill>
            <a:prstDash val="solid"/>
          </a:ln>
        </p:spPr>
      </p:sp>
      <p:sp>
        <p:nvSpPr>
          <p:cNvPr id="154" name="Shape 146"/>
          <p:cNvSpPr/>
          <p:nvPr/>
        </p:nvSpPr>
        <p:spPr>
          <a:xfrm>
            <a:off x="1346728" y="3528185"/>
            <a:ext cx="457200" cy="119299"/>
          </a:xfrm>
          <a:prstGeom prst="rect">
            <a:avLst/>
          </a:prstGeom>
          <a:solidFill>
            <a:srgbClr val="FFFFFF"/>
          </a:solidFill>
          <a:ln w="6350">
            <a:solidFill>
              <a:srgbClr val="E2E2E2"/>
            </a:solidFill>
            <a:prstDash val="solid"/>
          </a:ln>
        </p:spPr>
      </p:sp>
      <p:sp>
        <p:nvSpPr>
          <p:cNvPr id="155" name="Shape 147"/>
          <p:cNvSpPr/>
          <p:nvPr/>
        </p:nvSpPr>
        <p:spPr>
          <a:xfrm>
            <a:off x="1803928" y="3528185"/>
            <a:ext cx="640080" cy="119299"/>
          </a:xfrm>
          <a:prstGeom prst="rect">
            <a:avLst/>
          </a:prstGeom>
          <a:solidFill>
            <a:srgbClr val="FFFFFF"/>
          </a:solidFill>
          <a:ln w="6350">
            <a:solidFill>
              <a:srgbClr val="E2E2E2"/>
            </a:solidFill>
            <a:prstDash val="solid"/>
          </a:ln>
        </p:spPr>
      </p:sp>
      <p:sp>
        <p:nvSpPr>
          <p:cNvPr id="156" name="Shape 148"/>
          <p:cNvSpPr/>
          <p:nvPr/>
        </p:nvSpPr>
        <p:spPr>
          <a:xfrm>
            <a:off x="2444008" y="3528185"/>
            <a:ext cx="457200" cy="119299"/>
          </a:xfrm>
          <a:prstGeom prst="rect">
            <a:avLst/>
          </a:prstGeom>
          <a:solidFill>
            <a:srgbClr val="FFFFFF"/>
          </a:solidFill>
          <a:ln w="6350">
            <a:solidFill>
              <a:srgbClr val="E2E2E2"/>
            </a:solidFill>
            <a:prstDash val="solid"/>
          </a:ln>
        </p:spPr>
      </p:sp>
      <p:sp>
        <p:nvSpPr>
          <p:cNvPr id="157" name="Shape 149"/>
          <p:cNvSpPr/>
          <p:nvPr/>
        </p:nvSpPr>
        <p:spPr>
          <a:xfrm>
            <a:off x="2901208" y="3528185"/>
            <a:ext cx="685800" cy="119299"/>
          </a:xfrm>
          <a:prstGeom prst="rect">
            <a:avLst/>
          </a:prstGeom>
          <a:solidFill>
            <a:srgbClr val="FFFFFF"/>
          </a:solidFill>
          <a:ln w="6350">
            <a:solidFill>
              <a:srgbClr val="E2E2E2"/>
            </a:solidFill>
            <a:prstDash val="solid"/>
          </a:ln>
        </p:spPr>
      </p:sp>
      <p:sp>
        <p:nvSpPr>
          <p:cNvPr id="158" name="Shape 150"/>
          <p:cNvSpPr/>
          <p:nvPr/>
        </p:nvSpPr>
        <p:spPr>
          <a:xfrm>
            <a:off x="3587008" y="3528185"/>
            <a:ext cx="411480" cy="119299"/>
          </a:xfrm>
          <a:prstGeom prst="rect">
            <a:avLst/>
          </a:prstGeom>
          <a:solidFill>
            <a:srgbClr val="FFFFFF"/>
          </a:solidFill>
          <a:ln w="6350">
            <a:solidFill>
              <a:srgbClr val="E2E2E2"/>
            </a:solidFill>
            <a:prstDash val="solid"/>
          </a:ln>
        </p:spPr>
      </p:sp>
      <p:sp>
        <p:nvSpPr>
          <p:cNvPr id="159" name="Shape 151"/>
          <p:cNvSpPr/>
          <p:nvPr/>
        </p:nvSpPr>
        <p:spPr>
          <a:xfrm>
            <a:off x="587776" y="3647484"/>
            <a:ext cx="256032" cy="119299"/>
          </a:xfrm>
          <a:prstGeom prst="rect">
            <a:avLst/>
          </a:prstGeom>
          <a:solidFill>
            <a:srgbClr val="F8F9FA"/>
          </a:solidFill>
          <a:ln w="6350">
            <a:solidFill>
              <a:srgbClr val="DDDDDD"/>
            </a:solidFill>
            <a:prstDash val="solid"/>
          </a:ln>
        </p:spPr>
      </p:sp>
      <p:sp>
        <p:nvSpPr>
          <p:cNvPr id="160" name="Text 152"/>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61" name="Shape 153"/>
          <p:cNvSpPr/>
          <p:nvPr/>
        </p:nvSpPr>
        <p:spPr>
          <a:xfrm>
            <a:off x="843808" y="3647484"/>
            <a:ext cx="502920" cy="119299"/>
          </a:xfrm>
          <a:prstGeom prst="rect">
            <a:avLst/>
          </a:prstGeom>
          <a:solidFill>
            <a:srgbClr val="FFFFFF"/>
          </a:solidFill>
          <a:ln w="6350">
            <a:solidFill>
              <a:srgbClr val="E2E2E2"/>
            </a:solidFill>
            <a:prstDash val="solid"/>
          </a:ln>
        </p:spPr>
      </p:sp>
      <p:sp>
        <p:nvSpPr>
          <p:cNvPr id="162" name="Shape 154"/>
          <p:cNvSpPr/>
          <p:nvPr/>
        </p:nvSpPr>
        <p:spPr>
          <a:xfrm>
            <a:off x="1346728" y="3647484"/>
            <a:ext cx="457200" cy="119299"/>
          </a:xfrm>
          <a:prstGeom prst="rect">
            <a:avLst/>
          </a:prstGeom>
          <a:solidFill>
            <a:srgbClr val="FFFFFF"/>
          </a:solidFill>
          <a:ln w="6350">
            <a:solidFill>
              <a:srgbClr val="E2E2E2"/>
            </a:solidFill>
            <a:prstDash val="solid"/>
          </a:ln>
        </p:spPr>
      </p:sp>
      <p:sp>
        <p:nvSpPr>
          <p:cNvPr id="163" name="Shape 155"/>
          <p:cNvSpPr/>
          <p:nvPr/>
        </p:nvSpPr>
        <p:spPr>
          <a:xfrm>
            <a:off x="1803928" y="3647484"/>
            <a:ext cx="640080" cy="119299"/>
          </a:xfrm>
          <a:prstGeom prst="rect">
            <a:avLst/>
          </a:prstGeom>
          <a:solidFill>
            <a:srgbClr val="FFFFFF"/>
          </a:solidFill>
          <a:ln w="6350">
            <a:solidFill>
              <a:srgbClr val="E2E2E2"/>
            </a:solidFill>
            <a:prstDash val="solid"/>
          </a:ln>
        </p:spPr>
      </p:sp>
      <p:sp>
        <p:nvSpPr>
          <p:cNvPr id="164" name="Shape 156"/>
          <p:cNvSpPr/>
          <p:nvPr/>
        </p:nvSpPr>
        <p:spPr>
          <a:xfrm>
            <a:off x="2444008" y="3647484"/>
            <a:ext cx="457200" cy="119299"/>
          </a:xfrm>
          <a:prstGeom prst="rect">
            <a:avLst/>
          </a:prstGeom>
          <a:solidFill>
            <a:srgbClr val="FFFFFF"/>
          </a:solidFill>
          <a:ln w="6350">
            <a:solidFill>
              <a:srgbClr val="E2E2E2"/>
            </a:solidFill>
            <a:prstDash val="solid"/>
          </a:ln>
        </p:spPr>
      </p:sp>
      <p:sp>
        <p:nvSpPr>
          <p:cNvPr id="165" name="Shape 157"/>
          <p:cNvSpPr/>
          <p:nvPr/>
        </p:nvSpPr>
        <p:spPr>
          <a:xfrm>
            <a:off x="2901208" y="3647484"/>
            <a:ext cx="685800" cy="119299"/>
          </a:xfrm>
          <a:prstGeom prst="rect">
            <a:avLst/>
          </a:prstGeom>
          <a:solidFill>
            <a:srgbClr val="FFFFFF"/>
          </a:solidFill>
          <a:ln w="6350">
            <a:solidFill>
              <a:srgbClr val="E2E2E2"/>
            </a:solidFill>
            <a:prstDash val="solid"/>
          </a:ln>
        </p:spPr>
      </p:sp>
      <p:sp>
        <p:nvSpPr>
          <p:cNvPr id="166" name="Shape 158"/>
          <p:cNvSpPr/>
          <p:nvPr/>
        </p:nvSpPr>
        <p:spPr>
          <a:xfrm>
            <a:off x="3587008" y="3647484"/>
            <a:ext cx="411480" cy="119299"/>
          </a:xfrm>
          <a:prstGeom prst="rect">
            <a:avLst/>
          </a:prstGeom>
          <a:solidFill>
            <a:srgbClr val="FFFFFF"/>
          </a:solidFill>
          <a:ln w="6350">
            <a:solidFill>
              <a:srgbClr val="E2E2E2"/>
            </a:solidFill>
            <a:prstDash val="solid"/>
          </a:ln>
        </p:spPr>
      </p:sp>
      <p:sp>
        <p:nvSpPr>
          <p:cNvPr id="167" name="Shape 159"/>
          <p:cNvSpPr/>
          <p:nvPr/>
        </p:nvSpPr>
        <p:spPr>
          <a:xfrm>
            <a:off x="587776" y="3794216"/>
            <a:ext cx="4950927" cy="201168"/>
          </a:xfrm>
          <a:prstGeom prst="rect">
            <a:avLst/>
          </a:prstGeom>
          <a:solidFill>
            <a:srgbClr val="F8F9FA"/>
          </a:solidFill>
          <a:ln w="12700">
            <a:solidFill>
              <a:srgbClr val="F8F9FA"/>
            </a:solidFill>
            <a:prstDash val="solid"/>
          </a:ln>
        </p:spPr>
      </p:sp>
      <p:sp>
        <p:nvSpPr>
          <p:cNvPr id="168" name="Text 160"/>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69" name="Text 161"/>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Santri</a:t>
            </a:r>
            <a:endParaRPr lang="en-US" sz="700" dirty="0"/>
          </a:p>
        </p:txBody>
      </p:sp>
      <p:sp>
        <p:nvSpPr>
          <p:cNvPr id="170" name="Shape 162"/>
          <p:cNvSpPr/>
          <p:nvPr/>
        </p:nvSpPr>
        <p:spPr>
          <a:xfrm>
            <a:off x="1913656" y="3794216"/>
            <a:ext cx="731520" cy="201168"/>
          </a:xfrm>
          <a:prstGeom prst="rect">
            <a:avLst/>
          </a:prstGeom>
          <a:solidFill>
            <a:srgbClr val="E1EFFE"/>
          </a:solidFill>
          <a:ln w="12700">
            <a:solidFill>
              <a:srgbClr val="E1EFFE"/>
            </a:solidFill>
            <a:prstDash val="solid"/>
          </a:ln>
        </p:spPr>
      </p:sp>
      <p:sp>
        <p:nvSpPr>
          <p:cNvPr id="171" name="Text 163"/>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Setoran</a:t>
            </a:r>
            <a:endParaRPr lang="en-US" sz="700" dirty="0"/>
          </a:p>
        </p:txBody>
      </p:sp>
      <p:sp>
        <p:nvSpPr>
          <p:cNvPr id="172" name="Shape 164"/>
          <p:cNvSpPr/>
          <p:nvPr/>
        </p:nvSpPr>
        <p:spPr>
          <a:xfrm>
            <a:off x="1785640" y="2794100"/>
            <a:ext cx="1133856" cy="513774"/>
          </a:xfrm>
          <a:prstGeom prst="roundRect">
            <a:avLst>
              <a:gd name="adj" fmla="val 8899"/>
            </a:avLst>
          </a:prstGeom>
          <a:solidFill>
            <a:srgbClr val="FFFFFF">
              <a:alpha val="0"/>
            </a:srgbClr>
          </a:solidFill>
          <a:ln w="31750">
            <a:solidFill>
              <a:srgbClr val="E53935"/>
            </a:solidFill>
            <a:prstDash val="solid"/>
          </a:ln>
        </p:spPr>
      </p:sp>
      <p:sp>
        <p:nvSpPr>
          <p:cNvPr id="173" name="Shape 165"/>
          <p:cNvSpPr/>
          <p:nvPr/>
        </p:nvSpPr>
        <p:spPr>
          <a:xfrm>
            <a:off x="2782336" y="2656940"/>
            <a:ext cx="274320" cy="274320"/>
          </a:xfrm>
          <a:prstGeom prst="ellipse">
            <a:avLst/>
          </a:prstGeom>
          <a:solidFill>
            <a:srgbClr val="E53935"/>
          </a:solidFill>
          <a:ln w="12700">
            <a:solidFill>
              <a:srgbClr val="FFFFFF"/>
            </a:solidFill>
            <a:prstDash val="solid"/>
          </a:ln>
        </p:spPr>
      </p:sp>
      <p:sp>
        <p:nvSpPr>
          <p:cNvPr id="174" name="Text 166"/>
          <p:cNvSpPr txBox="1"/>
          <p:nvPr/>
        </p:nvSpPr>
        <p:spPr>
          <a:xfrm>
            <a:off x="278233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175" name="Image 6" descr="preencoded.png">    </p:cNvPr>
          <p:cNvPicPr>
            <a:picLocks noChangeAspect="1"/>
          </p:cNvPicPr>
          <p:nvPr/>
        </p:nvPicPr>
        <p:blipFill>
          <a:blip r:embed="rId7"/>
          <a:stretch>
            <a:fillRect/>
          </a:stretch>
        </p:blipFill>
        <p:spPr>
          <a:xfrm>
            <a:off x="2407432" y="3074847"/>
            <a:ext cx="237744" cy="237744"/>
          </a:xfrm>
          <a:prstGeom prst="rect">
            <a:avLst/>
          </a:prstGeom>
        </p:spPr>
      </p:pic>
      <p:sp>
        <p:nvSpPr>
          <p:cNvPr id="176" name="Text 1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77" name="Text 1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Lembar Setoran: tanggal, kode, surat, ayat</a:t>
            </a:r>
            <a:endParaRPr lang="en-US" sz="1800" dirty="0"/>
          </a:p>
        </p:txBody>
      </p:sp>
      <p:sp>
        <p:nvSpPr>
          <p:cNvPr id="178" name="Text 1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 lembar Setoran. Judul: Tanggal | Kode | Nama | Kelas | Surat | Ayat. Isi beberapa setoran (kolom Nama &amp; Kelas dikosongkan).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VLOOKUP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Database_Setoran_Kel3 -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Database_Setoran_Kel3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C2</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=VLOOKUP(B2, Santri!A:D, 2, FALSE)</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50292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46728" y="2573789"/>
            <a:ext cx="457200" cy="119299"/>
          </a:xfrm>
          <a:prstGeom prst="rect">
            <a:avLst/>
          </a:prstGeom>
          <a:solidFill>
            <a:srgbClr val="F8F9FA"/>
          </a:solidFill>
          <a:ln w="6350">
            <a:solidFill>
              <a:srgbClr val="DDDDDD"/>
            </a:solidFill>
            <a:prstDash val="solid"/>
          </a:ln>
        </p:spPr>
      </p:sp>
      <p:sp>
        <p:nvSpPr>
          <p:cNvPr id="64" name="Text 56"/>
          <p:cNvSpPr txBox="1"/>
          <p:nvPr/>
        </p:nvSpPr>
        <p:spPr>
          <a:xfrm>
            <a:off x="134672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8039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18039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444008" y="2573789"/>
            <a:ext cx="457200" cy="119299"/>
          </a:xfrm>
          <a:prstGeom prst="rect">
            <a:avLst/>
          </a:prstGeom>
          <a:solidFill>
            <a:srgbClr val="F8F9FA"/>
          </a:solidFill>
          <a:ln w="6350">
            <a:solidFill>
              <a:srgbClr val="DDDDDD"/>
            </a:solidFill>
            <a:prstDash val="solid"/>
          </a:ln>
        </p:spPr>
      </p:sp>
      <p:sp>
        <p:nvSpPr>
          <p:cNvPr id="68" name="Text 60"/>
          <p:cNvSpPr txBox="1"/>
          <p:nvPr/>
        </p:nvSpPr>
        <p:spPr>
          <a:xfrm>
            <a:off x="244400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0120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0120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587008" y="2573789"/>
            <a:ext cx="411480" cy="119299"/>
          </a:xfrm>
          <a:prstGeom prst="rect">
            <a:avLst/>
          </a:prstGeom>
          <a:solidFill>
            <a:srgbClr val="F8F9FA"/>
          </a:solidFill>
          <a:ln w="6350">
            <a:solidFill>
              <a:srgbClr val="DDDDDD"/>
            </a:solidFill>
            <a:prstDash val="solid"/>
          </a:ln>
        </p:spPr>
      </p:sp>
      <p:sp>
        <p:nvSpPr>
          <p:cNvPr id="72" name="Text 64"/>
          <p:cNvSpPr txBox="1"/>
          <p:nvPr/>
        </p:nvSpPr>
        <p:spPr>
          <a:xfrm>
            <a:off x="35870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50292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Tanggal</a:t>
            </a:r>
            <a:endParaRPr lang="en-US" sz="600" dirty="0"/>
          </a:p>
        </p:txBody>
      </p:sp>
      <p:sp>
        <p:nvSpPr>
          <p:cNvPr id="77" name="Shape 69"/>
          <p:cNvSpPr/>
          <p:nvPr/>
        </p:nvSpPr>
        <p:spPr>
          <a:xfrm>
            <a:off x="1346728" y="2693089"/>
            <a:ext cx="457200" cy="119299"/>
          </a:xfrm>
          <a:prstGeom prst="rect">
            <a:avLst/>
          </a:prstGeom>
          <a:solidFill>
            <a:srgbClr val="0F4C3A"/>
          </a:solidFill>
          <a:ln w="6350">
            <a:solidFill>
              <a:srgbClr val="E2E2E2"/>
            </a:solidFill>
            <a:prstDash val="solid"/>
          </a:ln>
        </p:spPr>
      </p:sp>
      <p:sp>
        <p:nvSpPr>
          <p:cNvPr id="78" name="Text 70"/>
          <p:cNvSpPr txBox="1"/>
          <p:nvPr/>
        </p:nvSpPr>
        <p:spPr>
          <a:xfrm>
            <a:off x="137416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9" name="Shape 71"/>
          <p:cNvSpPr/>
          <p:nvPr/>
        </p:nvSpPr>
        <p:spPr>
          <a:xfrm>
            <a:off x="18039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18313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81" name="Shape 73"/>
          <p:cNvSpPr/>
          <p:nvPr/>
        </p:nvSpPr>
        <p:spPr>
          <a:xfrm>
            <a:off x="2444008" y="2693089"/>
            <a:ext cx="457200" cy="119299"/>
          </a:xfrm>
          <a:prstGeom prst="rect">
            <a:avLst/>
          </a:prstGeom>
          <a:solidFill>
            <a:srgbClr val="0F4C3A"/>
          </a:solidFill>
          <a:ln w="6350">
            <a:solidFill>
              <a:srgbClr val="E2E2E2"/>
            </a:solidFill>
            <a:prstDash val="solid"/>
          </a:ln>
        </p:spPr>
      </p:sp>
      <p:sp>
        <p:nvSpPr>
          <p:cNvPr id="82" name="Text 74"/>
          <p:cNvSpPr txBox="1"/>
          <p:nvPr/>
        </p:nvSpPr>
        <p:spPr>
          <a:xfrm>
            <a:off x="247144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3" name="Shape 75"/>
          <p:cNvSpPr/>
          <p:nvPr/>
        </p:nvSpPr>
        <p:spPr>
          <a:xfrm>
            <a:off x="290120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292864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Surat</a:t>
            </a:r>
            <a:endParaRPr lang="en-US" sz="600" dirty="0"/>
          </a:p>
        </p:txBody>
      </p:sp>
      <p:sp>
        <p:nvSpPr>
          <p:cNvPr id="85" name="Shape 77"/>
          <p:cNvSpPr/>
          <p:nvPr/>
        </p:nvSpPr>
        <p:spPr>
          <a:xfrm>
            <a:off x="3587008" y="2693089"/>
            <a:ext cx="411480" cy="119299"/>
          </a:xfrm>
          <a:prstGeom prst="rect">
            <a:avLst/>
          </a:prstGeom>
          <a:solidFill>
            <a:srgbClr val="0F4C3A"/>
          </a:solidFill>
          <a:ln w="6350">
            <a:solidFill>
              <a:srgbClr val="E2E2E2"/>
            </a:solidFill>
            <a:prstDash val="solid"/>
          </a:ln>
        </p:spPr>
      </p:sp>
      <p:sp>
        <p:nvSpPr>
          <p:cNvPr id="86" name="Text 78"/>
          <p:cNvSpPr txBox="1"/>
          <p:nvPr/>
        </p:nvSpPr>
        <p:spPr>
          <a:xfrm>
            <a:off x="36144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Ayat</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50292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91" name="Shape 83"/>
          <p:cNvSpPr/>
          <p:nvPr/>
        </p:nvSpPr>
        <p:spPr>
          <a:xfrm>
            <a:off x="1346728" y="2812388"/>
            <a:ext cx="457200" cy="119299"/>
          </a:xfrm>
          <a:prstGeom prst="rect">
            <a:avLst/>
          </a:prstGeom>
          <a:solidFill>
            <a:srgbClr val="FFFFFF"/>
          </a:solidFill>
          <a:ln w="6350">
            <a:solidFill>
              <a:srgbClr val="E2E2E2"/>
            </a:solidFill>
            <a:prstDash val="solid"/>
          </a:ln>
        </p:spPr>
      </p:sp>
      <p:sp>
        <p:nvSpPr>
          <p:cNvPr id="92" name="Text 84"/>
          <p:cNvSpPr txBox="1"/>
          <p:nvPr/>
        </p:nvSpPr>
        <p:spPr>
          <a:xfrm>
            <a:off x="137416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3" name="Shape 85"/>
          <p:cNvSpPr/>
          <p:nvPr/>
        </p:nvSpPr>
        <p:spPr>
          <a:xfrm>
            <a:off x="18039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1831360" y="28123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5" name="Shape 87"/>
          <p:cNvSpPr/>
          <p:nvPr/>
        </p:nvSpPr>
        <p:spPr>
          <a:xfrm>
            <a:off x="2444008" y="2812388"/>
            <a:ext cx="457200" cy="119299"/>
          </a:xfrm>
          <a:prstGeom prst="rect">
            <a:avLst/>
          </a:prstGeom>
          <a:solidFill>
            <a:srgbClr val="FFFFFF"/>
          </a:solidFill>
          <a:ln w="6350">
            <a:solidFill>
              <a:srgbClr val="E2E2E2"/>
            </a:solidFill>
            <a:prstDash val="solid"/>
          </a:ln>
        </p:spPr>
      </p:sp>
      <p:sp>
        <p:nvSpPr>
          <p:cNvPr id="96" name="Shape 88"/>
          <p:cNvSpPr/>
          <p:nvPr/>
        </p:nvSpPr>
        <p:spPr>
          <a:xfrm>
            <a:off x="2901208" y="2812388"/>
            <a:ext cx="685800" cy="119299"/>
          </a:xfrm>
          <a:prstGeom prst="rect">
            <a:avLst/>
          </a:prstGeom>
          <a:solidFill>
            <a:srgbClr val="FFFFFF"/>
          </a:solidFill>
          <a:ln w="6350">
            <a:solidFill>
              <a:srgbClr val="E2E2E2"/>
            </a:solidFill>
            <a:prstDash val="solid"/>
          </a:ln>
        </p:spPr>
      </p:sp>
      <p:sp>
        <p:nvSpPr>
          <p:cNvPr id="97" name="Text 89"/>
          <p:cNvSpPr txBox="1"/>
          <p:nvPr/>
        </p:nvSpPr>
        <p:spPr>
          <a:xfrm>
            <a:off x="292864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An-Naba</a:t>
            </a:r>
            <a:endParaRPr lang="en-US" sz="600" dirty="0"/>
          </a:p>
        </p:txBody>
      </p:sp>
      <p:sp>
        <p:nvSpPr>
          <p:cNvPr id="98" name="Shape 90"/>
          <p:cNvSpPr/>
          <p:nvPr/>
        </p:nvSpPr>
        <p:spPr>
          <a:xfrm>
            <a:off x="3587008" y="2812388"/>
            <a:ext cx="411480" cy="119299"/>
          </a:xfrm>
          <a:prstGeom prst="rect">
            <a:avLst/>
          </a:prstGeom>
          <a:solidFill>
            <a:srgbClr val="FFFFFF"/>
          </a:solidFill>
          <a:ln w="6350">
            <a:solidFill>
              <a:srgbClr val="E2E2E2"/>
            </a:solidFill>
            <a:prstDash val="solid"/>
          </a:ln>
        </p:spPr>
      </p:sp>
      <p:sp>
        <p:nvSpPr>
          <p:cNvPr id="99" name="Text 91"/>
          <p:cNvSpPr txBox="1"/>
          <p:nvPr/>
        </p:nvSpPr>
        <p:spPr>
          <a:xfrm>
            <a:off x="3614440" y="28123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20</a:t>
            </a:r>
            <a:endParaRPr lang="en-US" sz="600" dirty="0"/>
          </a:p>
        </p:txBody>
      </p:sp>
      <p:sp>
        <p:nvSpPr>
          <p:cNvPr id="100" name="Shape 92"/>
          <p:cNvSpPr/>
          <p:nvPr/>
        </p:nvSpPr>
        <p:spPr>
          <a:xfrm>
            <a:off x="587776" y="2931688"/>
            <a:ext cx="256032" cy="119299"/>
          </a:xfrm>
          <a:prstGeom prst="rect">
            <a:avLst/>
          </a:prstGeom>
          <a:solidFill>
            <a:srgbClr val="F8F9FA"/>
          </a:solidFill>
          <a:ln w="6350">
            <a:solidFill>
              <a:srgbClr val="DDDDDD"/>
            </a:solidFill>
            <a:prstDash val="solid"/>
          </a:ln>
        </p:spPr>
      </p:sp>
      <p:sp>
        <p:nvSpPr>
          <p:cNvPr id="101" name="Text 93"/>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2" name="Shape 94"/>
          <p:cNvSpPr/>
          <p:nvPr/>
        </p:nvSpPr>
        <p:spPr>
          <a:xfrm>
            <a:off x="843808" y="2931688"/>
            <a:ext cx="502920" cy="119299"/>
          </a:xfrm>
          <a:prstGeom prst="rect">
            <a:avLst/>
          </a:prstGeom>
          <a:solidFill>
            <a:srgbClr val="FFFFFF"/>
          </a:solidFill>
          <a:ln w="6350">
            <a:solidFill>
              <a:srgbClr val="E2E2E2"/>
            </a:solidFill>
            <a:prstDash val="solid"/>
          </a:ln>
        </p:spPr>
      </p:sp>
      <p:sp>
        <p:nvSpPr>
          <p:cNvPr id="103" name="Text 95"/>
          <p:cNvSpPr txBox="1"/>
          <p:nvPr/>
        </p:nvSpPr>
        <p:spPr>
          <a:xfrm>
            <a:off x="87124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104" name="Shape 96"/>
          <p:cNvSpPr/>
          <p:nvPr/>
        </p:nvSpPr>
        <p:spPr>
          <a:xfrm>
            <a:off x="1346728" y="2931688"/>
            <a:ext cx="457200" cy="119299"/>
          </a:xfrm>
          <a:prstGeom prst="rect">
            <a:avLst/>
          </a:prstGeom>
          <a:solidFill>
            <a:srgbClr val="FFFFFF"/>
          </a:solidFill>
          <a:ln w="6350">
            <a:solidFill>
              <a:srgbClr val="E2E2E2"/>
            </a:solidFill>
            <a:prstDash val="solid"/>
          </a:ln>
        </p:spPr>
      </p:sp>
      <p:sp>
        <p:nvSpPr>
          <p:cNvPr id="105" name="Text 97"/>
          <p:cNvSpPr txBox="1"/>
          <p:nvPr/>
        </p:nvSpPr>
        <p:spPr>
          <a:xfrm>
            <a:off x="1374160" y="29316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06" name="Shape 98"/>
          <p:cNvSpPr/>
          <p:nvPr/>
        </p:nvSpPr>
        <p:spPr>
          <a:xfrm>
            <a:off x="1803928" y="2931688"/>
            <a:ext cx="640080" cy="119299"/>
          </a:xfrm>
          <a:prstGeom prst="rect">
            <a:avLst/>
          </a:prstGeom>
          <a:solidFill>
            <a:srgbClr val="FFFFFF"/>
          </a:solidFill>
          <a:ln w="6350">
            <a:solidFill>
              <a:srgbClr val="E2E2E2"/>
            </a:solidFill>
            <a:prstDash val="solid"/>
          </a:ln>
        </p:spPr>
      </p:sp>
      <p:sp>
        <p:nvSpPr>
          <p:cNvPr id="107" name="Shape 99"/>
          <p:cNvSpPr/>
          <p:nvPr/>
        </p:nvSpPr>
        <p:spPr>
          <a:xfrm>
            <a:off x="2444008" y="2931688"/>
            <a:ext cx="457200" cy="119299"/>
          </a:xfrm>
          <a:prstGeom prst="rect">
            <a:avLst/>
          </a:prstGeom>
          <a:solidFill>
            <a:srgbClr val="FFFFFF"/>
          </a:solidFill>
          <a:ln w="6350">
            <a:solidFill>
              <a:srgbClr val="E2E2E2"/>
            </a:solidFill>
            <a:prstDash val="solid"/>
          </a:ln>
        </p:spPr>
      </p:sp>
      <p:sp>
        <p:nvSpPr>
          <p:cNvPr id="108" name="Shape 100"/>
          <p:cNvSpPr/>
          <p:nvPr/>
        </p:nvSpPr>
        <p:spPr>
          <a:xfrm>
            <a:off x="2901208" y="2931688"/>
            <a:ext cx="685800" cy="119299"/>
          </a:xfrm>
          <a:prstGeom prst="rect">
            <a:avLst/>
          </a:prstGeom>
          <a:solidFill>
            <a:srgbClr val="FFFFFF"/>
          </a:solidFill>
          <a:ln w="6350">
            <a:solidFill>
              <a:srgbClr val="E2E2E2"/>
            </a:solidFill>
            <a:prstDash val="solid"/>
          </a:ln>
        </p:spPr>
      </p:sp>
      <p:sp>
        <p:nvSpPr>
          <p:cNvPr id="109" name="Text 101"/>
          <p:cNvSpPr txBox="1"/>
          <p:nvPr/>
        </p:nvSpPr>
        <p:spPr>
          <a:xfrm>
            <a:off x="292864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An-Naziat</a:t>
            </a:r>
            <a:endParaRPr lang="en-US" sz="600" dirty="0"/>
          </a:p>
        </p:txBody>
      </p:sp>
      <p:sp>
        <p:nvSpPr>
          <p:cNvPr id="110" name="Shape 102"/>
          <p:cNvSpPr/>
          <p:nvPr/>
        </p:nvSpPr>
        <p:spPr>
          <a:xfrm>
            <a:off x="3587008" y="2931688"/>
            <a:ext cx="411480" cy="119299"/>
          </a:xfrm>
          <a:prstGeom prst="rect">
            <a:avLst/>
          </a:prstGeom>
          <a:solidFill>
            <a:srgbClr val="FFFFFF"/>
          </a:solidFill>
          <a:ln w="6350">
            <a:solidFill>
              <a:srgbClr val="E2E2E2"/>
            </a:solidFill>
            <a:prstDash val="solid"/>
          </a:ln>
        </p:spPr>
      </p:sp>
      <p:sp>
        <p:nvSpPr>
          <p:cNvPr id="111" name="Text 103"/>
          <p:cNvSpPr txBox="1"/>
          <p:nvPr/>
        </p:nvSpPr>
        <p:spPr>
          <a:xfrm>
            <a:off x="3614440" y="29316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15</a:t>
            </a:r>
            <a:endParaRPr lang="en-US" sz="600" dirty="0"/>
          </a:p>
        </p:txBody>
      </p:sp>
      <p:sp>
        <p:nvSpPr>
          <p:cNvPr id="112" name="Shape 104"/>
          <p:cNvSpPr/>
          <p:nvPr/>
        </p:nvSpPr>
        <p:spPr>
          <a:xfrm>
            <a:off x="587776" y="3050987"/>
            <a:ext cx="256032" cy="119299"/>
          </a:xfrm>
          <a:prstGeom prst="rect">
            <a:avLst/>
          </a:prstGeom>
          <a:solidFill>
            <a:srgbClr val="F8F9FA"/>
          </a:solidFill>
          <a:ln w="6350">
            <a:solidFill>
              <a:srgbClr val="DDDDDD"/>
            </a:solidFill>
            <a:prstDash val="solid"/>
          </a:ln>
        </p:spPr>
      </p:sp>
      <p:sp>
        <p:nvSpPr>
          <p:cNvPr id="113" name="Text 105"/>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4" name="Shape 106"/>
          <p:cNvSpPr/>
          <p:nvPr/>
        </p:nvSpPr>
        <p:spPr>
          <a:xfrm>
            <a:off x="843808" y="3050987"/>
            <a:ext cx="502920" cy="119299"/>
          </a:xfrm>
          <a:prstGeom prst="rect">
            <a:avLst/>
          </a:prstGeom>
          <a:solidFill>
            <a:srgbClr val="FFFFFF"/>
          </a:solidFill>
          <a:ln w="6350">
            <a:solidFill>
              <a:srgbClr val="E2E2E2"/>
            </a:solidFill>
            <a:prstDash val="solid"/>
          </a:ln>
        </p:spPr>
      </p:sp>
      <p:sp>
        <p:nvSpPr>
          <p:cNvPr id="115" name="Text 107"/>
          <p:cNvSpPr txBox="1"/>
          <p:nvPr/>
        </p:nvSpPr>
        <p:spPr>
          <a:xfrm>
            <a:off x="871240" y="30509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04/02</a:t>
            </a:r>
            <a:endParaRPr lang="en-US" sz="600" dirty="0"/>
          </a:p>
        </p:txBody>
      </p:sp>
      <p:sp>
        <p:nvSpPr>
          <p:cNvPr id="116" name="Shape 108"/>
          <p:cNvSpPr/>
          <p:nvPr/>
        </p:nvSpPr>
        <p:spPr>
          <a:xfrm>
            <a:off x="1346728" y="3050987"/>
            <a:ext cx="457200" cy="119299"/>
          </a:xfrm>
          <a:prstGeom prst="rect">
            <a:avLst/>
          </a:prstGeom>
          <a:solidFill>
            <a:srgbClr val="FFFFFF"/>
          </a:solidFill>
          <a:ln w="6350">
            <a:solidFill>
              <a:srgbClr val="E2E2E2"/>
            </a:solidFill>
            <a:prstDash val="solid"/>
          </a:ln>
        </p:spPr>
      </p:sp>
      <p:sp>
        <p:nvSpPr>
          <p:cNvPr id="117" name="Text 109"/>
          <p:cNvSpPr txBox="1"/>
          <p:nvPr/>
        </p:nvSpPr>
        <p:spPr>
          <a:xfrm>
            <a:off x="1374160" y="30509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118" name="Shape 110"/>
          <p:cNvSpPr/>
          <p:nvPr/>
        </p:nvSpPr>
        <p:spPr>
          <a:xfrm>
            <a:off x="1803928" y="3050987"/>
            <a:ext cx="640080" cy="119299"/>
          </a:xfrm>
          <a:prstGeom prst="rect">
            <a:avLst/>
          </a:prstGeom>
          <a:solidFill>
            <a:srgbClr val="FFFFFF"/>
          </a:solidFill>
          <a:ln w="6350">
            <a:solidFill>
              <a:srgbClr val="E2E2E2"/>
            </a:solidFill>
            <a:prstDash val="solid"/>
          </a:ln>
        </p:spPr>
      </p:sp>
      <p:sp>
        <p:nvSpPr>
          <p:cNvPr id="119" name="Shape 111"/>
          <p:cNvSpPr/>
          <p:nvPr/>
        </p:nvSpPr>
        <p:spPr>
          <a:xfrm>
            <a:off x="2444008" y="3050987"/>
            <a:ext cx="457200" cy="119299"/>
          </a:xfrm>
          <a:prstGeom prst="rect">
            <a:avLst/>
          </a:prstGeom>
          <a:solidFill>
            <a:srgbClr val="FFFFFF"/>
          </a:solidFill>
          <a:ln w="6350">
            <a:solidFill>
              <a:srgbClr val="E2E2E2"/>
            </a:solidFill>
            <a:prstDash val="solid"/>
          </a:ln>
        </p:spPr>
      </p:sp>
      <p:sp>
        <p:nvSpPr>
          <p:cNvPr id="120" name="Shape 112"/>
          <p:cNvSpPr/>
          <p:nvPr/>
        </p:nvSpPr>
        <p:spPr>
          <a:xfrm>
            <a:off x="2901208" y="3050987"/>
            <a:ext cx="685800" cy="119299"/>
          </a:xfrm>
          <a:prstGeom prst="rect">
            <a:avLst/>
          </a:prstGeom>
          <a:solidFill>
            <a:srgbClr val="FFFFFF"/>
          </a:solidFill>
          <a:ln w="6350">
            <a:solidFill>
              <a:srgbClr val="E2E2E2"/>
            </a:solidFill>
            <a:prstDash val="solid"/>
          </a:ln>
        </p:spPr>
      </p:sp>
      <p:sp>
        <p:nvSpPr>
          <p:cNvPr id="121" name="Text 113"/>
          <p:cNvSpPr txBox="1"/>
          <p:nvPr/>
        </p:nvSpPr>
        <p:spPr>
          <a:xfrm>
            <a:off x="292864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Abasa</a:t>
            </a:r>
            <a:endParaRPr lang="en-US" sz="600" dirty="0"/>
          </a:p>
        </p:txBody>
      </p:sp>
      <p:sp>
        <p:nvSpPr>
          <p:cNvPr id="122" name="Shape 114"/>
          <p:cNvSpPr/>
          <p:nvPr/>
        </p:nvSpPr>
        <p:spPr>
          <a:xfrm>
            <a:off x="3587008" y="3050987"/>
            <a:ext cx="411480" cy="119299"/>
          </a:xfrm>
          <a:prstGeom prst="rect">
            <a:avLst/>
          </a:prstGeom>
          <a:solidFill>
            <a:srgbClr val="FFFFFF"/>
          </a:solidFill>
          <a:ln w="6350">
            <a:solidFill>
              <a:srgbClr val="E2E2E2"/>
            </a:solidFill>
            <a:prstDash val="solid"/>
          </a:ln>
        </p:spPr>
      </p:sp>
      <p:sp>
        <p:nvSpPr>
          <p:cNvPr id="123" name="Text 115"/>
          <p:cNvSpPr txBox="1"/>
          <p:nvPr/>
        </p:nvSpPr>
        <p:spPr>
          <a:xfrm>
            <a:off x="3614440" y="3050987"/>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18</a:t>
            </a:r>
            <a:endParaRPr lang="en-US" sz="600" dirty="0"/>
          </a:p>
        </p:txBody>
      </p:sp>
      <p:sp>
        <p:nvSpPr>
          <p:cNvPr id="124" name="Shape 116"/>
          <p:cNvSpPr/>
          <p:nvPr/>
        </p:nvSpPr>
        <p:spPr>
          <a:xfrm>
            <a:off x="587776" y="3170287"/>
            <a:ext cx="256032" cy="119299"/>
          </a:xfrm>
          <a:prstGeom prst="rect">
            <a:avLst/>
          </a:prstGeom>
          <a:solidFill>
            <a:srgbClr val="F8F9FA"/>
          </a:solidFill>
          <a:ln w="6350">
            <a:solidFill>
              <a:srgbClr val="DDDDDD"/>
            </a:solidFill>
            <a:prstDash val="solid"/>
          </a:ln>
        </p:spPr>
      </p:sp>
      <p:sp>
        <p:nvSpPr>
          <p:cNvPr id="125" name="Text 117"/>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26" name="Shape 118"/>
          <p:cNvSpPr/>
          <p:nvPr/>
        </p:nvSpPr>
        <p:spPr>
          <a:xfrm>
            <a:off x="843808" y="3170287"/>
            <a:ext cx="502920" cy="119299"/>
          </a:xfrm>
          <a:prstGeom prst="rect">
            <a:avLst/>
          </a:prstGeom>
          <a:solidFill>
            <a:srgbClr val="FFFFFF"/>
          </a:solidFill>
          <a:ln w="6350">
            <a:solidFill>
              <a:srgbClr val="E2E2E2"/>
            </a:solidFill>
            <a:prstDash val="solid"/>
          </a:ln>
        </p:spPr>
      </p:sp>
      <p:sp>
        <p:nvSpPr>
          <p:cNvPr id="127" name="Shape 119"/>
          <p:cNvSpPr/>
          <p:nvPr/>
        </p:nvSpPr>
        <p:spPr>
          <a:xfrm>
            <a:off x="1346728" y="3170287"/>
            <a:ext cx="457200" cy="119299"/>
          </a:xfrm>
          <a:prstGeom prst="rect">
            <a:avLst/>
          </a:prstGeom>
          <a:solidFill>
            <a:srgbClr val="FFFFFF"/>
          </a:solidFill>
          <a:ln w="6350">
            <a:solidFill>
              <a:srgbClr val="E2E2E2"/>
            </a:solidFill>
            <a:prstDash val="solid"/>
          </a:ln>
        </p:spPr>
      </p:sp>
      <p:sp>
        <p:nvSpPr>
          <p:cNvPr id="128" name="Shape 120"/>
          <p:cNvSpPr/>
          <p:nvPr/>
        </p:nvSpPr>
        <p:spPr>
          <a:xfrm>
            <a:off x="1803928" y="3170287"/>
            <a:ext cx="640080" cy="119299"/>
          </a:xfrm>
          <a:prstGeom prst="rect">
            <a:avLst/>
          </a:prstGeom>
          <a:solidFill>
            <a:srgbClr val="FFFFFF"/>
          </a:solidFill>
          <a:ln w="6350">
            <a:solidFill>
              <a:srgbClr val="E2E2E2"/>
            </a:solidFill>
            <a:prstDash val="solid"/>
          </a:ln>
        </p:spPr>
      </p:sp>
      <p:sp>
        <p:nvSpPr>
          <p:cNvPr id="129" name="Shape 121"/>
          <p:cNvSpPr/>
          <p:nvPr/>
        </p:nvSpPr>
        <p:spPr>
          <a:xfrm>
            <a:off x="2444008" y="3170287"/>
            <a:ext cx="457200" cy="119299"/>
          </a:xfrm>
          <a:prstGeom prst="rect">
            <a:avLst/>
          </a:prstGeom>
          <a:solidFill>
            <a:srgbClr val="FFFFFF"/>
          </a:solidFill>
          <a:ln w="6350">
            <a:solidFill>
              <a:srgbClr val="E2E2E2"/>
            </a:solidFill>
            <a:prstDash val="solid"/>
          </a:ln>
        </p:spPr>
      </p:sp>
      <p:sp>
        <p:nvSpPr>
          <p:cNvPr id="130" name="Shape 122"/>
          <p:cNvSpPr/>
          <p:nvPr/>
        </p:nvSpPr>
        <p:spPr>
          <a:xfrm>
            <a:off x="2901208" y="3170287"/>
            <a:ext cx="685800" cy="119299"/>
          </a:xfrm>
          <a:prstGeom prst="rect">
            <a:avLst/>
          </a:prstGeom>
          <a:solidFill>
            <a:srgbClr val="FFFFFF"/>
          </a:solidFill>
          <a:ln w="6350">
            <a:solidFill>
              <a:srgbClr val="E2E2E2"/>
            </a:solidFill>
            <a:prstDash val="solid"/>
          </a:ln>
        </p:spPr>
      </p:sp>
      <p:sp>
        <p:nvSpPr>
          <p:cNvPr id="131" name="Shape 123"/>
          <p:cNvSpPr/>
          <p:nvPr/>
        </p:nvSpPr>
        <p:spPr>
          <a:xfrm>
            <a:off x="3587008" y="3170287"/>
            <a:ext cx="411480" cy="119299"/>
          </a:xfrm>
          <a:prstGeom prst="rect">
            <a:avLst/>
          </a:prstGeom>
          <a:solidFill>
            <a:srgbClr val="FFFFFF"/>
          </a:solidFill>
          <a:ln w="6350">
            <a:solidFill>
              <a:srgbClr val="E2E2E2"/>
            </a:solidFill>
            <a:prstDash val="solid"/>
          </a:ln>
        </p:spPr>
      </p:sp>
      <p:sp>
        <p:nvSpPr>
          <p:cNvPr id="132" name="Shape 124"/>
          <p:cNvSpPr/>
          <p:nvPr/>
        </p:nvSpPr>
        <p:spPr>
          <a:xfrm>
            <a:off x="587776" y="3289586"/>
            <a:ext cx="256032" cy="119299"/>
          </a:xfrm>
          <a:prstGeom prst="rect">
            <a:avLst/>
          </a:prstGeom>
          <a:solidFill>
            <a:srgbClr val="F8F9FA"/>
          </a:solidFill>
          <a:ln w="6350">
            <a:solidFill>
              <a:srgbClr val="DDDDDD"/>
            </a:solidFill>
            <a:prstDash val="solid"/>
          </a:ln>
        </p:spPr>
      </p:sp>
      <p:sp>
        <p:nvSpPr>
          <p:cNvPr id="133" name="Text 125"/>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34" name="Shape 126"/>
          <p:cNvSpPr/>
          <p:nvPr/>
        </p:nvSpPr>
        <p:spPr>
          <a:xfrm>
            <a:off x="843808" y="3289586"/>
            <a:ext cx="502920" cy="119299"/>
          </a:xfrm>
          <a:prstGeom prst="rect">
            <a:avLst/>
          </a:prstGeom>
          <a:solidFill>
            <a:srgbClr val="FFFFFF"/>
          </a:solidFill>
          <a:ln w="6350">
            <a:solidFill>
              <a:srgbClr val="E2E2E2"/>
            </a:solidFill>
            <a:prstDash val="solid"/>
          </a:ln>
        </p:spPr>
      </p:sp>
      <p:sp>
        <p:nvSpPr>
          <p:cNvPr id="135" name="Shape 127"/>
          <p:cNvSpPr/>
          <p:nvPr/>
        </p:nvSpPr>
        <p:spPr>
          <a:xfrm>
            <a:off x="1346728" y="3289586"/>
            <a:ext cx="457200" cy="119299"/>
          </a:xfrm>
          <a:prstGeom prst="rect">
            <a:avLst/>
          </a:prstGeom>
          <a:solidFill>
            <a:srgbClr val="FFFFFF"/>
          </a:solidFill>
          <a:ln w="6350">
            <a:solidFill>
              <a:srgbClr val="E2E2E2"/>
            </a:solidFill>
            <a:prstDash val="solid"/>
          </a:ln>
        </p:spPr>
      </p:sp>
      <p:sp>
        <p:nvSpPr>
          <p:cNvPr id="136" name="Shape 128"/>
          <p:cNvSpPr/>
          <p:nvPr/>
        </p:nvSpPr>
        <p:spPr>
          <a:xfrm>
            <a:off x="1803928" y="3289586"/>
            <a:ext cx="640080" cy="119299"/>
          </a:xfrm>
          <a:prstGeom prst="rect">
            <a:avLst/>
          </a:prstGeom>
          <a:solidFill>
            <a:srgbClr val="FFFFFF"/>
          </a:solidFill>
          <a:ln w="6350">
            <a:solidFill>
              <a:srgbClr val="E2E2E2"/>
            </a:solidFill>
            <a:prstDash val="solid"/>
          </a:ln>
        </p:spPr>
      </p:sp>
      <p:sp>
        <p:nvSpPr>
          <p:cNvPr id="137" name="Shape 129"/>
          <p:cNvSpPr/>
          <p:nvPr/>
        </p:nvSpPr>
        <p:spPr>
          <a:xfrm>
            <a:off x="2444008" y="3289586"/>
            <a:ext cx="457200" cy="119299"/>
          </a:xfrm>
          <a:prstGeom prst="rect">
            <a:avLst/>
          </a:prstGeom>
          <a:solidFill>
            <a:srgbClr val="FFFFFF"/>
          </a:solidFill>
          <a:ln w="6350">
            <a:solidFill>
              <a:srgbClr val="E2E2E2"/>
            </a:solidFill>
            <a:prstDash val="solid"/>
          </a:ln>
        </p:spPr>
      </p:sp>
      <p:sp>
        <p:nvSpPr>
          <p:cNvPr id="138" name="Shape 130"/>
          <p:cNvSpPr/>
          <p:nvPr/>
        </p:nvSpPr>
        <p:spPr>
          <a:xfrm>
            <a:off x="2901208" y="3289586"/>
            <a:ext cx="685800" cy="119299"/>
          </a:xfrm>
          <a:prstGeom prst="rect">
            <a:avLst/>
          </a:prstGeom>
          <a:solidFill>
            <a:srgbClr val="FFFFFF"/>
          </a:solidFill>
          <a:ln w="6350">
            <a:solidFill>
              <a:srgbClr val="E2E2E2"/>
            </a:solidFill>
            <a:prstDash val="solid"/>
          </a:ln>
        </p:spPr>
      </p:sp>
      <p:sp>
        <p:nvSpPr>
          <p:cNvPr id="139" name="Shape 131"/>
          <p:cNvSpPr/>
          <p:nvPr/>
        </p:nvSpPr>
        <p:spPr>
          <a:xfrm>
            <a:off x="3587008" y="3289586"/>
            <a:ext cx="411480" cy="119299"/>
          </a:xfrm>
          <a:prstGeom prst="rect">
            <a:avLst/>
          </a:prstGeom>
          <a:solidFill>
            <a:srgbClr val="FFFFFF"/>
          </a:solidFill>
          <a:ln w="6350">
            <a:solidFill>
              <a:srgbClr val="E2E2E2"/>
            </a:solidFill>
            <a:prstDash val="solid"/>
          </a:ln>
        </p:spPr>
      </p:sp>
      <p:sp>
        <p:nvSpPr>
          <p:cNvPr id="140" name="Shape 132"/>
          <p:cNvSpPr/>
          <p:nvPr/>
        </p:nvSpPr>
        <p:spPr>
          <a:xfrm>
            <a:off x="587776" y="3408885"/>
            <a:ext cx="256032" cy="119299"/>
          </a:xfrm>
          <a:prstGeom prst="rect">
            <a:avLst/>
          </a:prstGeom>
          <a:solidFill>
            <a:srgbClr val="F8F9FA"/>
          </a:solidFill>
          <a:ln w="6350">
            <a:solidFill>
              <a:srgbClr val="DDDDDD"/>
            </a:solidFill>
            <a:prstDash val="solid"/>
          </a:ln>
        </p:spPr>
      </p:sp>
      <p:sp>
        <p:nvSpPr>
          <p:cNvPr id="141" name="Text 133"/>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42" name="Shape 134"/>
          <p:cNvSpPr/>
          <p:nvPr/>
        </p:nvSpPr>
        <p:spPr>
          <a:xfrm>
            <a:off x="843808" y="3408885"/>
            <a:ext cx="502920" cy="119299"/>
          </a:xfrm>
          <a:prstGeom prst="rect">
            <a:avLst/>
          </a:prstGeom>
          <a:solidFill>
            <a:srgbClr val="FFFFFF"/>
          </a:solidFill>
          <a:ln w="6350">
            <a:solidFill>
              <a:srgbClr val="E2E2E2"/>
            </a:solidFill>
            <a:prstDash val="solid"/>
          </a:ln>
        </p:spPr>
      </p:sp>
      <p:sp>
        <p:nvSpPr>
          <p:cNvPr id="143" name="Shape 135"/>
          <p:cNvSpPr/>
          <p:nvPr/>
        </p:nvSpPr>
        <p:spPr>
          <a:xfrm>
            <a:off x="1346728" y="3408885"/>
            <a:ext cx="457200" cy="119299"/>
          </a:xfrm>
          <a:prstGeom prst="rect">
            <a:avLst/>
          </a:prstGeom>
          <a:solidFill>
            <a:srgbClr val="FFFFFF"/>
          </a:solidFill>
          <a:ln w="6350">
            <a:solidFill>
              <a:srgbClr val="E2E2E2"/>
            </a:solidFill>
            <a:prstDash val="solid"/>
          </a:ln>
        </p:spPr>
      </p:sp>
      <p:sp>
        <p:nvSpPr>
          <p:cNvPr id="144" name="Shape 136"/>
          <p:cNvSpPr/>
          <p:nvPr/>
        </p:nvSpPr>
        <p:spPr>
          <a:xfrm>
            <a:off x="1803928" y="3408885"/>
            <a:ext cx="640080" cy="119299"/>
          </a:xfrm>
          <a:prstGeom prst="rect">
            <a:avLst/>
          </a:prstGeom>
          <a:solidFill>
            <a:srgbClr val="FFFFFF"/>
          </a:solidFill>
          <a:ln w="6350">
            <a:solidFill>
              <a:srgbClr val="E2E2E2"/>
            </a:solidFill>
            <a:prstDash val="solid"/>
          </a:ln>
        </p:spPr>
      </p:sp>
      <p:sp>
        <p:nvSpPr>
          <p:cNvPr id="145" name="Shape 137"/>
          <p:cNvSpPr/>
          <p:nvPr/>
        </p:nvSpPr>
        <p:spPr>
          <a:xfrm>
            <a:off x="2444008" y="3408885"/>
            <a:ext cx="457200" cy="119299"/>
          </a:xfrm>
          <a:prstGeom prst="rect">
            <a:avLst/>
          </a:prstGeom>
          <a:solidFill>
            <a:srgbClr val="FFFFFF"/>
          </a:solidFill>
          <a:ln w="6350">
            <a:solidFill>
              <a:srgbClr val="E2E2E2"/>
            </a:solidFill>
            <a:prstDash val="solid"/>
          </a:ln>
        </p:spPr>
      </p:sp>
      <p:sp>
        <p:nvSpPr>
          <p:cNvPr id="146" name="Shape 138"/>
          <p:cNvSpPr/>
          <p:nvPr/>
        </p:nvSpPr>
        <p:spPr>
          <a:xfrm>
            <a:off x="2901208" y="3408885"/>
            <a:ext cx="685800" cy="119299"/>
          </a:xfrm>
          <a:prstGeom prst="rect">
            <a:avLst/>
          </a:prstGeom>
          <a:solidFill>
            <a:srgbClr val="FFFFFF"/>
          </a:solidFill>
          <a:ln w="6350">
            <a:solidFill>
              <a:srgbClr val="E2E2E2"/>
            </a:solidFill>
            <a:prstDash val="solid"/>
          </a:ln>
        </p:spPr>
      </p:sp>
      <p:sp>
        <p:nvSpPr>
          <p:cNvPr id="147" name="Shape 139"/>
          <p:cNvSpPr/>
          <p:nvPr/>
        </p:nvSpPr>
        <p:spPr>
          <a:xfrm>
            <a:off x="3587008" y="3408885"/>
            <a:ext cx="411480" cy="119299"/>
          </a:xfrm>
          <a:prstGeom prst="rect">
            <a:avLst/>
          </a:prstGeom>
          <a:solidFill>
            <a:srgbClr val="FFFFFF"/>
          </a:solidFill>
          <a:ln w="6350">
            <a:solidFill>
              <a:srgbClr val="E2E2E2"/>
            </a:solidFill>
            <a:prstDash val="solid"/>
          </a:ln>
        </p:spPr>
      </p:sp>
      <p:sp>
        <p:nvSpPr>
          <p:cNvPr id="148" name="Shape 140"/>
          <p:cNvSpPr/>
          <p:nvPr/>
        </p:nvSpPr>
        <p:spPr>
          <a:xfrm>
            <a:off x="587776" y="3528185"/>
            <a:ext cx="256032" cy="119299"/>
          </a:xfrm>
          <a:prstGeom prst="rect">
            <a:avLst/>
          </a:prstGeom>
          <a:solidFill>
            <a:srgbClr val="F8F9FA"/>
          </a:solidFill>
          <a:ln w="6350">
            <a:solidFill>
              <a:srgbClr val="DDDDDD"/>
            </a:solidFill>
            <a:prstDash val="solid"/>
          </a:ln>
        </p:spPr>
      </p:sp>
      <p:sp>
        <p:nvSpPr>
          <p:cNvPr id="149" name="Text 141"/>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50" name="Shape 142"/>
          <p:cNvSpPr/>
          <p:nvPr/>
        </p:nvSpPr>
        <p:spPr>
          <a:xfrm>
            <a:off x="843808" y="3528185"/>
            <a:ext cx="502920" cy="119299"/>
          </a:xfrm>
          <a:prstGeom prst="rect">
            <a:avLst/>
          </a:prstGeom>
          <a:solidFill>
            <a:srgbClr val="FFFFFF"/>
          </a:solidFill>
          <a:ln w="6350">
            <a:solidFill>
              <a:srgbClr val="E2E2E2"/>
            </a:solidFill>
            <a:prstDash val="solid"/>
          </a:ln>
        </p:spPr>
      </p:sp>
      <p:sp>
        <p:nvSpPr>
          <p:cNvPr id="151" name="Shape 143"/>
          <p:cNvSpPr/>
          <p:nvPr/>
        </p:nvSpPr>
        <p:spPr>
          <a:xfrm>
            <a:off x="1346728" y="3528185"/>
            <a:ext cx="457200" cy="119299"/>
          </a:xfrm>
          <a:prstGeom prst="rect">
            <a:avLst/>
          </a:prstGeom>
          <a:solidFill>
            <a:srgbClr val="FFFFFF"/>
          </a:solidFill>
          <a:ln w="6350">
            <a:solidFill>
              <a:srgbClr val="E2E2E2"/>
            </a:solidFill>
            <a:prstDash val="solid"/>
          </a:ln>
        </p:spPr>
      </p:sp>
      <p:sp>
        <p:nvSpPr>
          <p:cNvPr id="152" name="Shape 144"/>
          <p:cNvSpPr/>
          <p:nvPr/>
        </p:nvSpPr>
        <p:spPr>
          <a:xfrm>
            <a:off x="1803928" y="3528185"/>
            <a:ext cx="640080" cy="119299"/>
          </a:xfrm>
          <a:prstGeom prst="rect">
            <a:avLst/>
          </a:prstGeom>
          <a:solidFill>
            <a:srgbClr val="FFFFFF"/>
          </a:solidFill>
          <a:ln w="6350">
            <a:solidFill>
              <a:srgbClr val="E2E2E2"/>
            </a:solidFill>
            <a:prstDash val="solid"/>
          </a:ln>
        </p:spPr>
      </p:sp>
      <p:sp>
        <p:nvSpPr>
          <p:cNvPr id="153" name="Shape 145"/>
          <p:cNvSpPr/>
          <p:nvPr/>
        </p:nvSpPr>
        <p:spPr>
          <a:xfrm>
            <a:off x="2444008" y="3528185"/>
            <a:ext cx="457200" cy="119299"/>
          </a:xfrm>
          <a:prstGeom prst="rect">
            <a:avLst/>
          </a:prstGeom>
          <a:solidFill>
            <a:srgbClr val="FFFFFF"/>
          </a:solidFill>
          <a:ln w="6350">
            <a:solidFill>
              <a:srgbClr val="E2E2E2"/>
            </a:solidFill>
            <a:prstDash val="solid"/>
          </a:ln>
        </p:spPr>
      </p:sp>
      <p:sp>
        <p:nvSpPr>
          <p:cNvPr id="154" name="Shape 146"/>
          <p:cNvSpPr/>
          <p:nvPr/>
        </p:nvSpPr>
        <p:spPr>
          <a:xfrm>
            <a:off x="2901208" y="3528185"/>
            <a:ext cx="685800" cy="119299"/>
          </a:xfrm>
          <a:prstGeom prst="rect">
            <a:avLst/>
          </a:prstGeom>
          <a:solidFill>
            <a:srgbClr val="FFFFFF"/>
          </a:solidFill>
          <a:ln w="6350">
            <a:solidFill>
              <a:srgbClr val="E2E2E2"/>
            </a:solidFill>
            <a:prstDash val="solid"/>
          </a:ln>
        </p:spPr>
      </p:sp>
      <p:sp>
        <p:nvSpPr>
          <p:cNvPr id="155" name="Shape 147"/>
          <p:cNvSpPr/>
          <p:nvPr/>
        </p:nvSpPr>
        <p:spPr>
          <a:xfrm>
            <a:off x="3587008" y="3528185"/>
            <a:ext cx="411480" cy="119299"/>
          </a:xfrm>
          <a:prstGeom prst="rect">
            <a:avLst/>
          </a:prstGeom>
          <a:solidFill>
            <a:srgbClr val="FFFFFF"/>
          </a:solidFill>
          <a:ln w="6350">
            <a:solidFill>
              <a:srgbClr val="E2E2E2"/>
            </a:solidFill>
            <a:prstDash val="solid"/>
          </a:ln>
        </p:spPr>
      </p:sp>
      <p:sp>
        <p:nvSpPr>
          <p:cNvPr id="156" name="Shape 148"/>
          <p:cNvSpPr/>
          <p:nvPr/>
        </p:nvSpPr>
        <p:spPr>
          <a:xfrm>
            <a:off x="587776" y="3647484"/>
            <a:ext cx="256032" cy="119299"/>
          </a:xfrm>
          <a:prstGeom prst="rect">
            <a:avLst/>
          </a:prstGeom>
          <a:solidFill>
            <a:srgbClr val="F8F9FA"/>
          </a:solidFill>
          <a:ln w="6350">
            <a:solidFill>
              <a:srgbClr val="DDDDDD"/>
            </a:solidFill>
            <a:prstDash val="solid"/>
          </a:ln>
        </p:spPr>
      </p:sp>
      <p:sp>
        <p:nvSpPr>
          <p:cNvPr id="157" name="Text 149"/>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58" name="Shape 150"/>
          <p:cNvSpPr/>
          <p:nvPr/>
        </p:nvSpPr>
        <p:spPr>
          <a:xfrm>
            <a:off x="843808" y="3647484"/>
            <a:ext cx="502920" cy="119299"/>
          </a:xfrm>
          <a:prstGeom prst="rect">
            <a:avLst/>
          </a:prstGeom>
          <a:solidFill>
            <a:srgbClr val="FFFFFF"/>
          </a:solidFill>
          <a:ln w="6350">
            <a:solidFill>
              <a:srgbClr val="E2E2E2"/>
            </a:solidFill>
            <a:prstDash val="solid"/>
          </a:ln>
        </p:spPr>
      </p:sp>
      <p:sp>
        <p:nvSpPr>
          <p:cNvPr id="159" name="Shape 151"/>
          <p:cNvSpPr/>
          <p:nvPr/>
        </p:nvSpPr>
        <p:spPr>
          <a:xfrm>
            <a:off x="1346728" y="3647484"/>
            <a:ext cx="457200" cy="119299"/>
          </a:xfrm>
          <a:prstGeom prst="rect">
            <a:avLst/>
          </a:prstGeom>
          <a:solidFill>
            <a:srgbClr val="FFFFFF"/>
          </a:solidFill>
          <a:ln w="6350">
            <a:solidFill>
              <a:srgbClr val="E2E2E2"/>
            </a:solidFill>
            <a:prstDash val="solid"/>
          </a:ln>
        </p:spPr>
      </p:sp>
      <p:sp>
        <p:nvSpPr>
          <p:cNvPr id="160" name="Shape 152"/>
          <p:cNvSpPr/>
          <p:nvPr/>
        </p:nvSpPr>
        <p:spPr>
          <a:xfrm>
            <a:off x="1803928" y="3647484"/>
            <a:ext cx="640080" cy="119299"/>
          </a:xfrm>
          <a:prstGeom prst="rect">
            <a:avLst/>
          </a:prstGeom>
          <a:solidFill>
            <a:srgbClr val="FFFFFF"/>
          </a:solidFill>
          <a:ln w="6350">
            <a:solidFill>
              <a:srgbClr val="E2E2E2"/>
            </a:solidFill>
            <a:prstDash val="solid"/>
          </a:ln>
        </p:spPr>
      </p:sp>
      <p:sp>
        <p:nvSpPr>
          <p:cNvPr id="161" name="Shape 153"/>
          <p:cNvSpPr/>
          <p:nvPr/>
        </p:nvSpPr>
        <p:spPr>
          <a:xfrm>
            <a:off x="2444008" y="3647484"/>
            <a:ext cx="457200" cy="119299"/>
          </a:xfrm>
          <a:prstGeom prst="rect">
            <a:avLst/>
          </a:prstGeom>
          <a:solidFill>
            <a:srgbClr val="FFFFFF"/>
          </a:solidFill>
          <a:ln w="6350">
            <a:solidFill>
              <a:srgbClr val="E2E2E2"/>
            </a:solidFill>
            <a:prstDash val="solid"/>
          </a:ln>
        </p:spPr>
      </p:sp>
      <p:sp>
        <p:nvSpPr>
          <p:cNvPr id="162" name="Shape 154"/>
          <p:cNvSpPr/>
          <p:nvPr/>
        </p:nvSpPr>
        <p:spPr>
          <a:xfrm>
            <a:off x="2901208" y="3647484"/>
            <a:ext cx="685800" cy="119299"/>
          </a:xfrm>
          <a:prstGeom prst="rect">
            <a:avLst/>
          </a:prstGeom>
          <a:solidFill>
            <a:srgbClr val="FFFFFF"/>
          </a:solidFill>
          <a:ln w="6350">
            <a:solidFill>
              <a:srgbClr val="E2E2E2"/>
            </a:solidFill>
            <a:prstDash val="solid"/>
          </a:ln>
        </p:spPr>
      </p:sp>
      <p:sp>
        <p:nvSpPr>
          <p:cNvPr id="163" name="Shape 155"/>
          <p:cNvSpPr/>
          <p:nvPr/>
        </p:nvSpPr>
        <p:spPr>
          <a:xfrm>
            <a:off x="3587008" y="3647484"/>
            <a:ext cx="411480" cy="119299"/>
          </a:xfrm>
          <a:prstGeom prst="rect">
            <a:avLst/>
          </a:prstGeom>
          <a:solidFill>
            <a:srgbClr val="FFFFFF"/>
          </a:solidFill>
          <a:ln w="6350">
            <a:solidFill>
              <a:srgbClr val="E2E2E2"/>
            </a:solidFill>
            <a:prstDash val="solid"/>
          </a:ln>
        </p:spPr>
      </p:sp>
      <p:sp>
        <p:nvSpPr>
          <p:cNvPr id="164" name="Shape 156"/>
          <p:cNvSpPr/>
          <p:nvPr/>
        </p:nvSpPr>
        <p:spPr>
          <a:xfrm>
            <a:off x="1803928" y="2812388"/>
            <a:ext cx="640080" cy="119299"/>
          </a:xfrm>
          <a:prstGeom prst="rect">
            <a:avLst/>
          </a:prstGeom>
          <a:solidFill>
            <a:srgbClr val="1A73E8">
              <a:alpha val="12000"/>
            </a:srgbClr>
          </a:solidFill>
          <a:ln w="19050">
            <a:solidFill>
              <a:srgbClr val="1A73E8"/>
            </a:solidFill>
            <a:prstDash val="solid"/>
          </a:ln>
        </p:spPr>
      </p:sp>
      <p:sp>
        <p:nvSpPr>
          <p:cNvPr id="165" name="Shape 157"/>
          <p:cNvSpPr/>
          <p:nvPr/>
        </p:nvSpPr>
        <p:spPr>
          <a:xfrm>
            <a:off x="587776" y="3794216"/>
            <a:ext cx="4950927" cy="201168"/>
          </a:xfrm>
          <a:prstGeom prst="rect">
            <a:avLst/>
          </a:prstGeom>
          <a:solidFill>
            <a:srgbClr val="F8F9FA"/>
          </a:solidFill>
          <a:ln w="12700">
            <a:solidFill>
              <a:srgbClr val="F8F9FA"/>
            </a:solidFill>
            <a:prstDash val="solid"/>
          </a:ln>
        </p:spPr>
      </p:sp>
      <p:sp>
        <p:nvSpPr>
          <p:cNvPr id="166" name="Text 15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67" name="Text 15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Santri</a:t>
            </a:r>
            <a:endParaRPr lang="en-US" sz="700" dirty="0"/>
          </a:p>
        </p:txBody>
      </p:sp>
      <p:sp>
        <p:nvSpPr>
          <p:cNvPr id="168" name="Shape 160"/>
          <p:cNvSpPr/>
          <p:nvPr/>
        </p:nvSpPr>
        <p:spPr>
          <a:xfrm>
            <a:off x="1913656" y="3794216"/>
            <a:ext cx="731520" cy="201168"/>
          </a:xfrm>
          <a:prstGeom prst="rect">
            <a:avLst/>
          </a:prstGeom>
          <a:solidFill>
            <a:srgbClr val="E1EFFE"/>
          </a:solidFill>
          <a:ln w="12700">
            <a:solidFill>
              <a:srgbClr val="E1EFFE"/>
            </a:solidFill>
            <a:prstDash val="solid"/>
          </a:ln>
        </p:spPr>
      </p:sp>
      <p:sp>
        <p:nvSpPr>
          <p:cNvPr id="169" name="Text 161"/>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Setoran</a:t>
            </a:r>
            <a:endParaRPr lang="en-US" sz="700" dirty="0"/>
          </a:p>
        </p:txBody>
      </p:sp>
      <p:sp>
        <p:nvSpPr>
          <p:cNvPr id="170" name="Shape 162"/>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171" name="Shape 163"/>
          <p:cNvSpPr/>
          <p:nvPr/>
        </p:nvSpPr>
        <p:spPr>
          <a:xfrm>
            <a:off x="5310104" y="2198885"/>
            <a:ext cx="274320" cy="274320"/>
          </a:xfrm>
          <a:prstGeom prst="ellipse">
            <a:avLst/>
          </a:prstGeom>
          <a:solidFill>
            <a:srgbClr val="E53935"/>
          </a:solidFill>
          <a:ln w="12700">
            <a:solidFill>
              <a:srgbClr val="FFFFFF"/>
            </a:solidFill>
            <a:prstDash val="solid"/>
          </a:ln>
        </p:spPr>
      </p:sp>
      <p:sp>
        <p:nvSpPr>
          <p:cNvPr id="172" name="Text 164"/>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73" name="Image 6" descr="preencoded.png">    </p:cNvPr>
          <p:cNvPicPr>
            <a:picLocks noChangeAspect="1"/>
          </p:cNvPicPr>
          <p:nvPr/>
        </p:nvPicPr>
        <p:blipFill>
          <a:blip r:embed="rId7"/>
          <a:stretch>
            <a:fillRect/>
          </a:stretch>
        </p:blipFill>
        <p:spPr>
          <a:xfrm>
            <a:off x="3571390" y="2464976"/>
            <a:ext cx="237744" cy="237744"/>
          </a:xfrm>
          <a:prstGeom prst="rect">
            <a:avLst/>
          </a:prstGeom>
        </p:spPr>
      </p:pic>
      <p:sp>
        <p:nvSpPr>
          <p:cNvPr id="174" name="Shape 165"/>
          <p:cNvSpPr/>
          <p:nvPr/>
        </p:nvSpPr>
        <p:spPr>
          <a:xfrm>
            <a:off x="1776496" y="2784956"/>
            <a:ext cx="694944" cy="174163"/>
          </a:xfrm>
          <a:prstGeom prst="roundRect">
            <a:avLst>
              <a:gd name="adj" fmla="val 26251"/>
            </a:avLst>
          </a:prstGeom>
          <a:solidFill>
            <a:srgbClr val="FFFFFF">
              <a:alpha val="0"/>
            </a:srgbClr>
          </a:solidFill>
          <a:ln w="31750">
            <a:solidFill>
              <a:srgbClr val="E53935"/>
            </a:solidFill>
            <a:prstDash val="solid"/>
          </a:ln>
        </p:spPr>
      </p:sp>
      <p:sp>
        <p:nvSpPr>
          <p:cNvPr id="175" name="Shape 166"/>
          <p:cNvSpPr/>
          <p:nvPr/>
        </p:nvSpPr>
        <p:spPr>
          <a:xfrm>
            <a:off x="2334280" y="2647796"/>
            <a:ext cx="274320" cy="274320"/>
          </a:xfrm>
          <a:prstGeom prst="ellipse">
            <a:avLst/>
          </a:prstGeom>
          <a:solidFill>
            <a:srgbClr val="E53935"/>
          </a:solidFill>
          <a:ln w="12700">
            <a:solidFill>
              <a:srgbClr val="FFFFFF"/>
            </a:solidFill>
            <a:prstDash val="solid"/>
          </a:ln>
        </p:spPr>
      </p:sp>
      <p:sp>
        <p:nvSpPr>
          <p:cNvPr id="176" name="Text 167"/>
          <p:cNvSpPr txBox="1"/>
          <p:nvPr/>
        </p:nvSpPr>
        <p:spPr>
          <a:xfrm>
            <a:off x="2334280" y="26477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77" name="Image 7" descr="preencoded.png">    </p:cNvPr>
          <p:cNvPicPr>
            <a:picLocks noChangeAspect="1"/>
          </p:cNvPicPr>
          <p:nvPr/>
        </p:nvPicPr>
        <p:blipFill>
          <a:blip r:embed="rId8"/>
          <a:stretch>
            <a:fillRect/>
          </a:stretch>
        </p:blipFill>
        <p:spPr>
          <a:xfrm>
            <a:off x="2155972" y="2878003"/>
            <a:ext cx="237744" cy="237744"/>
          </a:xfrm>
          <a:prstGeom prst="rect">
            <a:avLst/>
          </a:prstGeom>
        </p:spPr>
      </p:pic>
      <p:sp>
        <p:nvSpPr>
          <p:cNvPr id="178" name="Text 16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179" name="Text 16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C2: =VLOOKUP(B2, Santri!A:D, 2, FALSE)</a:t>
            </a:r>
            <a:endParaRPr lang="en-US" sz="1800" dirty="0"/>
          </a:p>
        </p:txBody>
      </p:sp>
      <p:sp>
        <p:nvSpPr>
          <p:cNvPr id="180" name="Text 17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C2 di lembar Setoran. Ketik rumus VLOOKUP. Enter. Muncul Ahmad.</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VLOOKUP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Database_Setoran_Kel3 -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Database_Setoran_Kel3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D2</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=VLOOKUP(B2, Santri!A:D, 3, FALSE)</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50292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46728" y="2573789"/>
            <a:ext cx="457200" cy="119299"/>
          </a:xfrm>
          <a:prstGeom prst="rect">
            <a:avLst/>
          </a:prstGeom>
          <a:solidFill>
            <a:srgbClr val="F8F9FA"/>
          </a:solidFill>
          <a:ln w="6350">
            <a:solidFill>
              <a:srgbClr val="DDDDDD"/>
            </a:solidFill>
            <a:prstDash val="solid"/>
          </a:ln>
        </p:spPr>
      </p:sp>
      <p:sp>
        <p:nvSpPr>
          <p:cNvPr id="64" name="Text 56"/>
          <p:cNvSpPr txBox="1"/>
          <p:nvPr/>
        </p:nvSpPr>
        <p:spPr>
          <a:xfrm>
            <a:off x="134672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8039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18039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444008" y="2573789"/>
            <a:ext cx="457200" cy="119299"/>
          </a:xfrm>
          <a:prstGeom prst="rect">
            <a:avLst/>
          </a:prstGeom>
          <a:solidFill>
            <a:srgbClr val="F8F9FA"/>
          </a:solidFill>
          <a:ln w="6350">
            <a:solidFill>
              <a:srgbClr val="DDDDDD"/>
            </a:solidFill>
            <a:prstDash val="solid"/>
          </a:ln>
        </p:spPr>
      </p:sp>
      <p:sp>
        <p:nvSpPr>
          <p:cNvPr id="68" name="Text 60"/>
          <p:cNvSpPr txBox="1"/>
          <p:nvPr/>
        </p:nvSpPr>
        <p:spPr>
          <a:xfrm>
            <a:off x="244400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0120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0120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587008" y="2573789"/>
            <a:ext cx="411480" cy="119299"/>
          </a:xfrm>
          <a:prstGeom prst="rect">
            <a:avLst/>
          </a:prstGeom>
          <a:solidFill>
            <a:srgbClr val="F8F9FA"/>
          </a:solidFill>
          <a:ln w="6350">
            <a:solidFill>
              <a:srgbClr val="DDDDDD"/>
            </a:solidFill>
            <a:prstDash val="solid"/>
          </a:ln>
        </p:spPr>
      </p:sp>
      <p:sp>
        <p:nvSpPr>
          <p:cNvPr id="72" name="Text 64"/>
          <p:cNvSpPr txBox="1"/>
          <p:nvPr/>
        </p:nvSpPr>
        <p:spPr>
          <a:xfrm>
            <a:off x="35870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50292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Tanggal</a:t>
            </a:r>
            <a:endParaRPr lang="en-US" sz="600" dirty="0"/>
          </a:p>
        </p:txBody>
      </p:sp>
      <p:sp>
        <p:nvSpPr>
          <p:cNvPr id="77" name="Shape 69"/>
          <p:cNvSpPr/>
          <p:nvPr/>
        </p:nvSpPr>
        <p:spPr>
          <a:xfrm>
            <a:off x="1346728" y="2693089"/>
            <a:ext cx="457200" cy="119299"/>
          </a:xfrm>
          <a:prstGeom prst="rect">
            <a:avLst/>
          </a:prstGeom>
          <a:solidFill>
            <a:srgbClr val="0F4C3A"/>
          </a:solidFill>
          <a:ln w="6350">
            <a:solidFill>
              <a:srgbClr val="E2E2E2"/>
            </a:solidFill>
            <a:prstDash val="solid"/>
          </a:ln>
        </p:spPr>
      </p:sp>
      <p:sp>
        <p:nvSpPr>
          <p:cNvPr id="78" name="Text 70"/>
          <p:cNvSpPr txBox="1"/>
          <p:nvPr/>
        </p:nvSpPr>
        <p:spPr>
          <a:xfrm>
            <a:off x="137416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9" name="Shape 71"/>
          <p:cNvSpPr/>
          <p:nvPr/>
        </p:nvSpPr>
        <p:spPr>
          <a:xfrm>
            <a:off x="18039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18313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81" name="Shape 73"/>
          <p:cNvSpPr/>
          <p:nvPr/>
        </p:nvSpPr>
        <p:spPr>
          <a:xfrm>
            <a:off x="2444008" y="2693089"/>
            <a:ext cx="457200" cy="119299"/>
          </a:xfrm>
          <a:prstGeom prst="rect">
            <a:avLst/>
          </a:prstGeom>
          <a:solidFill>
            <a:srgbClr val="0F4C3A"/>
          </a:solidFill>
          <a:ln w="6350">
            <a:solidFill>
              <a:srgbClr val="E2E2E2"/>
            </a:solidFill>
            <a:prstDash val="solid"/>
          </a:ln>
        </p:spPr>
      </p:sp>
      <p:sp>
        <p:nvSpPr>
          <p:cNvPr id="82" name="Text 74"/>
          <p:cNvSpPr txBox="1"/>
          <p:nvPr/>
        </p:nvSpPr>
        <p:spPr>
          <a:xfrm>
            <a:off x="247144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3" name="Shape 75"/>
          <p:cNvSpPr/>
          <p:nvPr/>
        </p:nvSpPr>
        <p:spPr>
          <a:xfrm>
            <a:off x="290120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292864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Surat</a:t>
            </a:r>
            <a:endParaRPr lang="en-US" sz="600" dirty="0"/>
          </a:p>
        </p:txBody>
      </p:sp>
      <p:sp>
        <p:nvSpPr>
          <p:cNvPr id="85" name="Shape 77"/>
          <p:cNvSpPr/>
          <p:nvPr/>
        </p:nvSpPr>
        <p:spPr>
          <a:xfrm>
            <a:off x="3587008" y="2693089"/>
            <a:ext cx="411480" cy="119299"/>
          </a:xfrm>
          <a:prstGeom prst="rect">
            <a:avLst/>
          </a:prstGeom>
          <a:solidFill>
            <a:srgbClr val="0F4C3A"/>
          </a:solidFill>
          <a:ln w="6350">
            <a:solidFill>
              <a:srgbClr val="E2E2E2"/>
            </a:solidFill>
            <a:prstDash val="solid"/>
          </a:ln>
        </p:spPr>
      </p:sp>
      <p:sp>
        <p:nvSpPr>
          <p:cNvPr id="86" name="Text 78"/>
          <p:cNvSpPr txBox="1"/>
          <p:nvPr/>
        </p:nvSpPr>
        <p:spPr>
          <a:xfrm>
            <a:off x="36144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Ayat</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50292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91" name="Shape 83"/>
          <p:cNvSpPr/>
          <p:nvPr/>
        </p:nvSpPr>
        <p:spPr>
          <a:xfrm>
            <a:off x="1346728" y="2812388"/>
            <a:ext cx="457200" cy="119299"/>
          </a:xfrm>
          <a:prstGeom prst="rect">
            <a:avLst/>
          </a:prstGeom>
          <a:solidFill>
            <a:srgbClr val="FFFFFF"/>
          </a:solidFill>
          <a:ln w="6350">
            <a:solidFill>
              <a:srgbClr val="E2E2E2"/>
            </a:solidFill>
            <a:prstDash val="solid"/>
          </a:ln>
        </p:spPr>
      </p:sp>
      <p:sp>
        <p:nvSpPr>
          <p:cNvPr id="92" name="Text 84"/>
          <p:cNvSpPr txBox="1"/>
          <p:nvPr/>
        </p:nvSpPr>
        <p:spPr>
          <a:xfrm>
            <a:off x="137416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3" name="Shape 85"/>
          <p:cNvSpPr/>
          <p:nvPr/>
        </p:nvSpPr>
        <p:spPr>
          <a:xfrm>
            <a:off x="18039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1831360" y="28123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5" name="Shape 87"/>
          <p:cNvSpPr/>
          <p:nvPr/>
        </p:nvSpPr>
        <p:spPr>
          <a:xfrm>
            <a:off x="2444008" y="2812388"/>
            <a:ext cx="457200" cy="119299"/>
          </a:xfrm>
          <a:prstGeom prst="rect">
            <a:avLst/>
          </a:prstGeom>
          <a:solidFill>
            <a:srgbClr val="FFFFFF"/>
          </a:solidFill>
          <a:ln w="6350">
            <a:solidFill>
              <a:srgbClr val="E2E2E2"/>
            </a:solidFill>
            <a:prstDash val="solid"/>
          </a:ln>
        </p:spPr>
      </p:sp>
      <p:sp>
        <p:nvSpPr>
          <p:cNvPr id="96" name="Text 88"/>
          <p:cNvSpPr txBox="1"/>
          <p:nvPr/>
        </p:nvSpPr>
        <p:spPr>
          <a:xfrm>
            <a:off x="247144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97" name="Shape 89"/>
          <p:cNvSpPr/>
          <p:nvPr/>
        </p:nvSpPr>
        <p:spPr>
          <a:xfrm>
            <a:off x="290120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292864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An-Naba</a:t>
            </a:r>
            <a:endParaRPr lang="en-US" sz="600" dirty="0"/>
          </a:p>
        </p:txBody>
      </p:sp>
      <p:sp>
        <p:nvSpPr>
          <p:cNvPr id="99" name="Shape 91"/>
          <p:cNvSpPr/>
          <p:nvPr/>
        </p:nvSpPr>
        <p:spPr>
          <a:xfrm>
            <a:off x="3587008" y="2812388"/>
            <a:ext cx="411480" cy="119299"/>
          </a:xfrm>
          <a:prstGeom prst="rect">
            <a:avLst/>
          </a:prstGeom>
          <a:solidFill>
            <a:srgbClr val="FFFFFF"/>
          </a:solidFill>
          <a:ln w="6350">
            <a:solidFill>
              <a:srgbClr val="E2E2E2"/>
            </a:solidFill>
            <a:prstDash val="solid"/>
          </a:ln>
        </p:spPr>
      </p:sp>
      <p:sp>
        <p:nvSpPr>
          <p:cNvPr id="100" name="Text 92"/>
          <p:cNvSpPr txBox="1"/>
          <p:nvPr/>
        </p:nvSpPr>
        <p:spPr>
          <a:xfrm>
            <a:off x="3614440" y="28123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20</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50292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105" name="Shape 97"/>
          <p:cNvSpPr/>
          <p:nvPr/>
        </p:nvSpPr>
        <p:spPr>
          <a:xfrm>
            <a:off x="1346728" y="2931688"/>
            <a:ext cx="457200" cy="119299"/>
          </a:xfrm>
          <a:prstGeom prst="rect">
            <a:avLst/>
          </a:prstGeom>
          <a:solidFill>
            <a:srgbClr val="FFFFFF"/>
          </a:solidFill>
          <a:ln w="6350">
            <a:solidFill>
              <a:srgbClr val="E2E2E2"/>
            </a:solidFill>
            <a:prstDash val="solid"/>
          </a:ln>
        </p:spPr>
      </p:sp>
      <p:sp>
        <p:nvSpPr>
          <p:cNvPr id="106" name="Text 98"/>
          <p:cNvSpPr txBox="1"/>
          <p:nvPr/>
        </p:nvSpPr>
        <p:spPr>
          <a:xfrm>
            <a:off x="1374160" y="29316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07" name="Shape 99"/>
          <p:cNvSpPr/>
          <p:nvPr/>
        </p:nvSpPr>
        <p:spPr>
          <a:xfrm>
            <a:off x="1803928" y="2931688"/>
            <a:ext cx="640080" cy="119299"/>
          </a:xfrm>
          <a:prstGeom prst="rect">
            <a:avLst/>
          </a:prstGeom>
          <a:solidFill>
            <a:srgbClr val="FFFFFF"/>
          </a:solidFill>
          <a:ln w="6350">
            <a:solidFill>
              <a:srgbClr val="E2E2E2"/>
            </a:solidFill>
            <a:prstDash val="solid"/>
          </a:ln>
        </p:spPr>
      </p:sp>
      <p:sp>
        <p:nvSpPr>
          <p:cNvPr id="108" name="Shape 100"/>
          <p:cNvSpPr/>
          <p:nvPr/>
        </p:nvSpPr>
        <p:spPr>
          <a:xfrm>
            <a:off x="2444008" y="2931688"/>
            <a:ext cx="457200" cy="119299"/>
          </a:xfrm>
          <a:prstGeom prst="rect">
            <a:avLst/>
          </a:prstGeom>
          <a:solidFill>
            <a:srgbClr val="FFFFFF"/>
          </a:solidFill>
          <a:ln w="6350">
            <a:solidFill>
              <a:srgbClr val="E2E2E2"/>
            </a:solidFill>
            <a:prstDash val="solid"/>
          </a:ln>
        </p:spPr>
      </p:sp>
      <p:sp>
        <p:nvSpPr>
          <p:cNvPr id="109" name="Shape 101"/>
          <p:cNvSpPr/>
          <p:nvPr/>
        </p:nvSpPr>
        <p:spPr>
          <a:xfrm>
            <a:off x="2901208" y="2931688"/>
            <a:ext cx="685800" cy="119299"/>
          </a:xfrm>
          <a:prstGeom prst="rect">
            <a:avLst/>
          </a:prstGeom>
          <a:solidFill>
            <a:srgbClr val="FFFFFF"/>
          </a:solidFill>
          <a:ln w="6350">
            <a:solidFill>
              <a:srgbClr val="E2E2E2"/>
            </a:solidFill>
            <a:prstDash val="solid"/>
          </a:ln>
        </p:spPr>
      </p:sp>
      <p:sp>
        <p:nvSpPr>
          <p:cNvPr id="110" name="Text 102"/>
          <p:cNvSpPr txBox="1"/>
          <p:nvPr/>
        </p:nvSpPr>
        <p:spPr>
          <a:xfrm>
            <a:off x="292864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An-Naziat</a:t>
            </a:r>
            <a:endParaRPr lang="en-US" sz="600" dirty="0"/>
          </a:p>
        </p:txBody>
      </p:sp>
      <p:sp>
        <p:nvSpPr>
          <p:cNvPr id="111" name="Shape 103"/>
          <p:cNvSpPr/>
          <p:nvPr/>
        </p:nvSpPr>
        <p:spPr>
          <a:xfrm>
            <a:off x="3587008" y="2931688"/>
            <a:ext cx="411480" cy="119299"/>
          </a:xfrm>
          <a:prstGeom prst="rect">
            <a:avLst/>
          </a:prstGeom>
          <a:solidFill>
            <a:srgbClr val="FFFFFF"/>
          </a:solidFill>
          <a:ln w="6350">
            <a:solidFill>
              <a:srgbClr val="E2E2E2"/>
            </a:solidFill>
            <a:prstDash val="solid"/>
          </a:ln>
        </p:spPr>
      </p:sp>
      <p:sp>
        <p:nvSpPr>
          <p:cNvPr id="112" name="Text 104"/>
          <p:cNvSpPr txBox="1"/>
          <p:nvPr/>
        </p:nvSpPr>
        <p:spPr>
          <a:xfrm>
            <a:off x="3614440" y="29316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15</a:t>
            </a:r>
            <a:endParaRPr lang="en-US" sz="600" dirty="0"/>
          </a:p>
        </p:txBody>
      </p:sp>
      <p:sp>
        <p:nvSpPr>
          <p:cNvPr id="113" name="Shape 105"/>
          <p:cNvSpPr/>
          <p:nvPr/>
        </p:nvSpPr>
        <p:spPr>
          <a:xfrm>
            <a:off x="587776" y="3050987"/>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5" name="Shape 107"/>
          <p:cNvSpPr/>
          <p:nvPr/>
        </p:nvSpPr>
        <p:spPr>
          <a:xfrm>
            <a:off x="843808" y="3050987"/>
            <a:ext cx="502920" cy="119299"/>
          </a:xfrm>
          <a:prstGeom prst="rect">
            <a:avLst/>
          </a:prstGeom>
          <a:solidFill>
            <a:srgbClr val="FFFFFF"/>
          </a:solidFill>
          <a:ln w="6350">
            <a:solidFill>
              <a:srgbClr val="E2E2E2"/>
            </a:solidFill>
            <a:prstDash val="solid"/>
          </a:ln>
        </p:spPr>
      </p:sp>
      <p:sp>
        <p:nvSpPr>
          <p:cNvPr id="116" name="Shape 108"/>
          <p:cNvSpPr/>
          <p:nvPr/>
        </p:nvSpPr>
        <p:spPr>
          <a:xfrm>
            <a:off x="1346728" y="3050987"/>
            <a:ext cx="457200" cy="119299"/>
          </a:xfrm>
          <a:prstGeom prst="rect">
            <a:avLst/>
          </a:prstGeom>
          <a:solidFill>
            <a:srgbClr val="FFFFFF"/>
          </a:solidFill>
          <a:ln w="6350">
            <a:solidFill>
              <a:srgbClr val="E2E2E2"/>
            </a:solidFill>
            <a:prstDash val="solid"/>
          </a:ln>
        </p:spPr>
      </p:sp>
      <p:sp>
        <p:nvSpPr>
          <p:cNvPr id="117" name="Shape 109"/>
          <p:cNvSpPr/>
          <p:nvPr/>
        </p:nvSpPr>
        <p:spPr>
          <a:xfrm>
            <a:off x="1803928" y="3050987"/>
            <a:ext cx="640080" cy="119299"/>
          </a:xfrm>
          <a:prstGeom prst="rect">
            <a:avLst/>
          </a:prstGeom>
          <a:solidFill>
            <a:srgbClr val="FFFFFF"/>
          </a:solidFill>
          <a:ln w="6350">
            <a:solidFill>
              <a:srgbClr val="E2E2E2"/>
            </a:solidFill>
            <a:prstDash val="solid"/>
          </a:ln>
        </p:spPr>
      </p:sp>
      <p:sp>
        <p:nvSpPr>
          <p:cNvPr id="118" name="Shape 110"/>
          <p:cNvSpPr/>
          <p:nvPr/>
        </p:nvSpPr>
        <p:spPr>
          <a:xfrm>
            <a:off x="2444008" y="3050987"/>
            <a:ext cx="457200" cy="119299"/>
          </a:xfrm>
          <a:prstGeom prst="rect">
            <a:avLst/>
          </a:prstGeom>
          <a:solidFill>
            <a:srgbClr val="FFFFFF"/>
          </a:solidFill>
          <a:ln w="6350">
            <a:solidFill>
              <a:srgbClr val="E2E2E2"/>
            </a:solidFill>
            <a:prstDash val="solid"/>
          </a:ln>
        </p:spPr>
      </p:sp>
      <p:sp>
        <p:nvSpPr>
          <p:cNvPr id="119" name="Shape 111"/>
          <p:cNvSpPr/>
          <p:nvPr/>
        </p:nvSpPr>
        <p:spPr>
          <a:xfrm>
            <a:off x="2901208" y="3050987"/>
            <a:ext cx="685800" cy="119299"/>
          </a:xfrm>
          <a:prstGeom prst="rect">
            <a:avLst/>
          </a:prstGeom>
          <a:solidFill>
            <a:srgbClr val="FFFFFF"/>
          </a:solidFill>
          <a:ln w="6350">
            <a:solidFill>
              <a:srgbClr val="E2E2E2"/>
            </a:solidFill>
            <a:prstDash val="solid"/>
          </a:ln>
        </p:spPr>
      </p:sp>
      <p:sp>
        <p:nvSpPr>
          <p:cNvPr id="120" name="Shape 112"/>
          <p:cNvSpPr/>
          <p:nvPr/>
        </p:nvSpPr>
        <p:spPr>
          <a:xfrm>
            <a:off x="3587008" y="3050987"/>
            <a:ext cx="411480" cy="119299"/>
          </a:xfrm>
          <a:prstGeom prst="rect">
            <a:avLst/>
          </a:prstGeom>
          <a:solidFill>
            <a:srgbClr val="FFFFFF"/>
          </a:solidFill>
          <a:ln w="6350">
            <a:solidFill>
              <a:srgbClr val="E2E2E2"/>
            </a:solidFill>
            <a:prstDash val="solid"/>
          </a:ln>
        </p:spPr>
      </p:sp>
      <p:sp>
        <p:nvSpPr>
          <p:cNvPr id="121" name="Shape 113"/>
          <p:cNvSpPr/>
          <p:nvPr/>
        </p:nvSpPr>
        <p:spPr>
          <a:xfrm>
            <a:off x="587776" y="3170287"/>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23" name="Shape 115"/>
          <p:cNvSpPr/>
          <p:nvPr/>
        </p:nvSpPr>
        <p:spPr>
          <a:xfrm>
            <a:off x="843808" y="3170287"/>
            <a:ext cx="502920" cy="119299"/>
          </a:xfrm>
          <a:prstGeom prst="rect">
            <a:avLst/>
          </a:prstGeom>
          <a:solidFill>
            <a:srgbClr val="FFFFFF"/>
          </a:solidFill>
          <a:ln w="6350">
            <a:solidFill>
              <a:srgbClr val="E2E2E2"/>
            </a:solidFill>
            <a:prstDash val="solid"/>
          </a:ln>
        </p:spPr>
      </p:sp>
      <p:sp>
        <p:nvSpPr>
          <p:cNvPr id="124" name="Shape 116"/>
          <p:cNvSpPr/>
          <p:nvPr/>
        </p:nvSpPr>
        <p:spPr>
          <a:xfrm>
            <a:off x="1346728" y="3170287"/>
            <a:ext cx="457200" cy="119299"/>
          </a:xfrm>
          <a:prstGeom prst="rect">
            <a:avLst/>
          </a:prstGeom>
          <a:solidFill>
            <a:srgbClr val="FFFFFF"/>
          </a:solidFill>
          <a:ln w="6350">
            <a:solidFill>
              <a:srgbClr val="E2E2E2"/>
            </a:solidFill>
            <a:prstDash val="solid"/>
          </a:ln>
        </p:spPr>
      </p:sp>
      <p:sp>
        <p:nvSpPr>
          <p:cNvPr id="125" name="Shape 117"/>
          <p:cNvSpPr/>
          <p:nvPr/>
        </p:nvSpPr>
        <p:spPr>
          <a:xfrm>
            <a:off x="1803928" y="3170287"/>
            <a:ext cx="640080" cy="119299"/>
          </a:xfrm>
          <a:prstGeom prst="rect">
            <a:avLst/>
          </a:prstGeom>
          <a:solidFill>
            <a:srgbClr val="FFFFFF"/>
          </a:solidFill>
          <a:ln w="6350">
            <a:solidFill>
              <a:srgbClr val="E2E2E2"/>
            </a:solidFill>
            <a:prstDash val="solid"/>
          </a:ln>
        </p:spPr>
      </p:sp>
      <p:sp>
        <p:nvSpPr>
          <p:cNvPr id="126" name="Shape 118"/>
          <p:cNvSpPr/>
          <p:nvPr/>
        </p:nvSpPr>
        <p:spPr>
          <a:xfrm>
            <a:off x="2444008" y="3170287"/>
            <a:ext cx="457200" cy="119299"/>
          </a:xfrm>
          <a:prstGeom prst="rect">
            <a:avLst/>
          </a:prstGeom>
          <a:solidFill>
            <a:srgbClr val="FFFFFF"/>
          </a:solidFill>
          <a:ln w="6350">
            <a:solidFill>
              <a:srgbClr val="E2E2E2"/>
            </a:solidFill>
            <a:prstDash val="solid"/>
          </a:ln>
        </p:spPr>
      </p:sp>
      <p:sp>
        <p:nvSpPr>
          <p:cNvPr id="127" name="Shape 119"/>
          <p:cNvSpPr/>
          <p:nvPr/>
        </p:nvSpPr>
        <p:spPr>
          <a:xfrm>
            <a:off x="2901208" y="3170287"/>
            <a:ext cx="685800" cy="119299"/>
          </a:xfrm>
          <a:prstGeom prst="rect">
            <a:avLst/>
          </a:prstGeom>
          <a:solidFill>
            <a:srgbClr val="FFFFFF"/>
          </a:solidFill>
          <a:ln w="6350">
            <a:solidFill>
              <a:srgbClr val="E2E2E2"/>
            </a:solidFill>
            <a:prstDash val="solid"/>
          </a:ln>
        </p:spPr>
      </p:sp>
      <p:sp>
        <p:nvSpPr>
          <p:cNvPr id="128" name="Shape 120"/>
          <p:cNvSpPr/>
          <p:nvPr/>
        </p:nvSpPr>
        <p:spPr>
          <a:xfrm>
            <a:off x="3587008" y="3170287"/>
            <a:ext cx="411480" cy="119299"/>
          </a:xfrm>
          <a:prstGeom prst="rect">
            <a:avLst/>
          </a:prstGeom>
          <a:solidFill>
            <a:srgbClr val="FFFFFF"/>
          </a:solidFill>
          <a:ln w="6350">
            <a:solidFill>
              <a:srgbClr val="E2E2E2"/>
            </a:solidFill>
            <a:prstDash val="solid"/>
          </a:ln>
        </p:spPr>
      </p:sp>
      <p:sp>
        <p:nvSpPr>
          <p:cNvPr id="129" name="Shape 121"/>
          <p:cNvSpPr/>
          <p:nvPr/>
        </p:nvSpPr>
        <p:spPr>
          <a:xfrm>
            <a:off x="587776" y="3289586"/>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31" name="Shape 123"/>
          <p:cNvSpPr/>
          <p:nvPr/>
        </p:nvSpPr>
        <p:spPr>
          <a:xfrm>
            <a:off x="843808" y="3289586"/>
            <a:ext cx="502920" cy="119299"/>
          </a:xfrm>
          <a:prstGeom prst="rect">
            <a:avLst/>
          </a:prstGeom>
          <a:solidFill>
            <a:srgbClr val="FFFFFF"/>
          </a:solidFill>
          <a:ln w="6350">
            <a:solidFill>
              <a:srgbClr val="E2E2E2"/>
            </a:solidFill>
            <a:prstDash val="solid"/>
          </a:ln>
        </p:spPr>
      </p:sp>
      <p:sp>
        <p:nvSpPr>
          <p:cNvPr id="132" name="Shape 124"/>
          <p:cNvSpPr/>
          <p:nvPr/>
        </p:nvSpPr>
        <p:spPr>
          <a:xfrm>
            <a:off x="1346728" y="3289586"/>
            <a:ext cx="457200" cy="119299"/>
          </a:xfrm>
          <a:prstGeom prst="rect">
            <a:avLst/>
          </a:prstGeom>
          <a:solidFill>
            <a:srgbClr val="FFFFFF"/>
          </a:solidFill>
          <a:ln w="6350">
            <a:solidFill>
              <a:srgbClr val="E2E2E2"/>
            </a:solidFill>
            <a:prstDash val="solid"/>
          </a:ln>
        </p:spPr>
      </p:sp>
      <p:sp>
        <p:nvSpPr>
          <p:cNvPr id="133" name="Shape 125"/>
          <p:cNvSpPr/>
          <p:nvPr/>
        </p:nvSpPr>
        <p:spPr>
          <a:xfrm>
            <a:off x="1803928" y="3289586"/>
            <a:ext cx="640080" cy="119299"/>
          </a:xfrm>
          <a:prstGeom prst="rect">
            <a:avLst/>
          </a:prstGeom>
          <a:solidFill>
            <a:srgbClr val="FFFFFF"/>
          </a:solidFill>
          <a:ln w="6350">
            <a:solidFill>
              <a:srgbClr val="E2E2E2"/>
            </a:solidFill>
            <a:prstDash val="solid"/>
          </a:ln>
        </p:spPr>
      </p:sp>
      <p:sp>
        <p:nvSpPr>
          <p:cNvPr id="134" name="Shape 126"/>
          <p:cNvSpPr/>
          <p:nvPr/>
        </p:nvSpPr>
        <p:spPr>
          <a:xfrm>
            <a:off x="2444008" y="3289586"/>
            <a:ext cx="457200" cy="119299"/>
          </a:xfrm>
          <a:prstGeom prst="rect">
            <a:avLst/>
          </a:prstGeom>
          <a:solidFill>
            <a:srgbClr val="FFFFFF"/>
          </a:solidFill>
          <a:ln w="6350">
            <a:solidFill>
              <a:srgbClr val="E2E2E2"/>
            </a:solidFill>
            <a:prstDash val="solid"/>
          </a:ln>
        </p:spPr>
      </p:sp>
      <p:sp>
        <p:nvSpPr>
          <p:cNvPr id="135" name="Shape 127"/>
          <p:cNvSpPr/>
          <p:nvPr/>
        </p:nvSpPr>
        <p:spPr>
          <a:xfrm>
            <a:off x="2901208" y="3289586"/>
            <a:ext cx="685800" cy="119299"/>
          </a:xfrm>
          <a:prstGeom prst="rect">
            <a:avLst/>
          </a:prstGeom>
          <a:solidFill>
            <a:srgbClr val="FFFFFF"/>
          </a:solidFill>
          <a:ln w="6350">
            <a:solidFill>
              <a:srgbClr val="E2E2E2"/>
            </a:solidFill>
            <a:prstDash val="solid"/>
          </a:ln>
        </p:spPr>
      </p:sp>
      <p:sp>
        <p:nvSpPr>
          <p:cNvPr id="136" name="Shape 128"/>
          <p:cNvSpPr/>
          <p:nvPr/>
        </p:nvSpPr>
        <p:spPr>
          <a:xfrm>
            <a:off x="3587008" y="3289586"/>
            <a:ext cx="411480" cy="119299"/>
          </a:xfrm>
          <a:prstGeom prst="rect">
            <a:avLst/>
          </a:prstGeom>
          <a:solidFill>
            <a:srgbClr val="FFFFFF"/>
          </a:solidFill>
          <a:ln w="6350">
            <a:solidFill>
              <a:srgbClr val="E2E2E2"/>
            </a:solidFill>
            <a:prstDash val="solid"/>
          </a:ln>
        </p:spPr>
      </p:sp>
      <p:sp>
        <p:nvSpPr>
          <p:cNvPr id="137" name="Shape 129"/>
          <p:cNvSpPr/>
          <p:nvPr/>
        </p:nvSpPr>
        <p:spPr>
          <a:xfrm>
            <a:off x="587776" y="3408885"/>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39" name="Shape 131"/>
          <p:cNvSpPr/>
          <p:nvPr/>
        </p:nvSpPr>
        <p:spPr>
          <a:xfrm>
            <a:off x="843808" y="3408885"/>
            <a:ext cx="502920" cy="119299"/>
          </a:xfrm>
          <a:prstGeom prst="rect">
            <a:avLst/>
          </a:prstGeom>
          <a:solidFill>
            <a:srgbClr val="FFFFFF"/>
          </a:solidFill>
          <a:ln w="6350">
            <a:solidFill>
              <a:srgbClr val="E2E2E2"/>
            </a:solidFill>
            <a:prstDash val="solid"/>
          </a:ln>
        </p:spPr>
      </p:sp>
      <p:sp>
        <p:nvSpPr>
          <p:cNvPr id="140" name="Shape 132"/>
          <p:cNvSpPr/>
          <p:nvPr/>
        </p:nvSpPr>
        <p:spPr>
          <a:xfrm>
            <a:off x="1346728" y="3408885"/>
            <a:ext cx="457200" cy="119299"/>
          </a:xfrm>
          <a:prstGeom prst="rect">
            <a:avLst/>
          </a:prstGeom>
          <a:solidFill>
            <a:srgbClr val="FFFFFF"/>
          </a:solidFill>
          <a:ln w="6350">
            <a:solidFill>
              <a:srgbClr val="E2E2E2"/>
            </a:solidFill>
            <a:prstDash val="solid"/>
          </a:ln>
        </p:spPr>
      </p:sp>
      <p:sp>
        <p:nvSpPr>
          <p:cNvPr id="141" name="Shape 133"/>
          <p:cNvSpPr/>
          <p:nvPr/>
        </p:nvSpPr>
        <p:spPr>
          <a:xfrm>
            <a:off x="1803928" y="3408885"/>
            <a:ext cx="640080" cy="119299"/>
          </a:xfrm>
          <a:prstGeom prst="rect">
            <a:avLst/>
          </a:prstGeom>
          <a:solidFill>
            <a:srgbClr val="FFFFFF"/>
          </a:solidFill>
          <a:ln w="6350">
            <a:solidFill>
              <a:srgbClr val="E2E2E2"/>
            </a:solidFill>
            <a:prstDash val="solid"/>
          </a:ln>
        </p:spPr>
      </p:sp>
      <p:sp>
        <p:nvSpPr>
          <p:cNvPr id="142" name="Shape 134"/>
          <p:cNvSpPr/>
          <p:nvPr/>
        </p:nvSpPr>
        <p:spPr>
          <a:xfrm>
            <a:off x="2444008" y="3408885"/>
            <a:ext cx="457200" cy="119299"/>
          </a:xfrm>
          <a:prstGeom prst="rect">
            <a:avLst/>
          </a:prstGeom>
          <a:solidFill>
            <a:srgbClr val="FFFFFF"/>
          </a:solidFill>
          <a:ln w="6350">
            <a:solidFill>
              <a:srgbClr val="E2E2E2"/>
            </a:solidFill>
            <a:prstDash val="solid"/>
          </a:ln>
        </p:spPr>
      </p:sp>
      <p:sp>
        <p:nvSpPr>
          <p:cNvPr id="143" name="Shape 135"/>
          <p:cNvSpPr/>
          <p:nvPr/>
        </p:nvSpPr>
        <p:spPr>
          <a:xfrm>
            <a:off x="2901208" y="3408885"/>
            <a:ext cx="685800" cy="119299"/>
          </a:xfrm>
          <a:prstGeom prst="rect">
            <a:avLst/>
          </a:prstGeom>
          <a:solidFill>
            <a:srgbClr val="FFFFFF"/>
          </a:solidFill>
          <a:ln w="6350">
            <a:solidFill>
              <a:srgbClr val="E2E2E2"/>
            </a:solidFill>
            <a:prstDash val="solid"/>
          </a:ln>
        </p:spPr>
      </p:sp>
      <p:sp>
        <p:nvSpPr>
          <p:cNvPr id="144" name="Shape 136"/>
          <p:cNvSpPr/>
          <p:nvPr/>
        </p:nvSpPr>
        <p:spPr>
          <a:xfrm>
            <a:off x="3587008" y="3408885"/>
            <a:ext cx="411480" cy="119299"/>
          </a:xfrm>
          <a:prstGeom prst="rect">
            <a:avLst/>
          </a:prstGeom>
          <a:solidFill>
            <a:srgbClr val="FFFFFF"/>
          </a:solidFill>
          <a:ln w="6350">
            <a:solidFill>
              <a:srgbClr val="E2E2E2"/>
            </a:solidFill>
            <a:prstDash val="solid"/>
          </a:ln>
        </p:spPr>
      </p:sp>
      <p:sp>
        <p:nvSpPr>
          <p:cNvPr id="145" name="Shape 137"/>
          <p:cNvSpPr/>
          <p:nvPr/>
        </p:nvSpPr>
        <p:spPr>
          <a:xfrm>
            <a:off x="587776" y="3528185"/>
            <a:ext cx="256032" cy="119299"/>
          </a:xfrm>
          <a:prstGeom prst="rect">
            <a:avLst/>
          </a:prstGeom>
          <a:solidFill>
            <a:srgbClr val="F8F9FA"/>
          </a:solidFill>
          <a:ln w="6350">
            <a:solidFill>
              <a:srgbClr val="DDDDDD"/>
            </a:solidFill>
            <a:prstDash val="solid"/>
          </a:ln>
        </p:spPr>
      </p:sp>
      <p:sp>
        <p:nvSpPr>
          <p:cNvPr id="146" name="Text 13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47" name="Shape 139"/>
          <p:cNvSpPr/>
          <p:nvPr/>
        </p:nvSpPr>
        <p:spPr>
          <a:xfrm>
            <a:off x="843808" y="3528185"/>
            <a:ext cx="502920" cy="119299"/>
          </a:xfrm>
          <a:prstGeom prst="rect">
            <a:avLst/>
          </a:prstGeom>
          <a:solidFill>
            <a:srgbClr val="FFFFFF"/>
          </a:solidFill>
          <a:ln w="6350">
            <a:solidFill>
              <a:srgbClr val="E2E2E2"/>
            </a:solidFill>
            <a:prstDash val="solid"/>
          </a:ln>
        </p:spPr>
      </p:sp>
      <p:sp>
        <p:nvSpPr>
          <p:cNvPr id="148" name="Shape 140"/>
          <p:cNvSpPr/>
          <p:nvPr/>
        </p:nvSpPr>
        <p:spPr>
          <a:xfrm>
            <a:off x="1346728" y="3528185"/>
            <a:ext cx="457200" cy="119299"/>
          </a:xfrm>
          <a:prstGeom prst="rect">
            <a:avLst/>
          </a:prstGeom>
          <a:solidFill>
            <a:srgbClr val="FFFFFF"/>
          </a:solidFill>
          <a:ln w="6350">
            <a:solidFill>
              <a:srgbClr val="E2E2E2"/>
            </a:solidFill>
            <a:prstDash val="solid"/>
          </a:ln>
        </p:spPr>
      </p:sp>
      <p:sp>
        <p:nvSpPr>
          <p:cNvPr id="149" name="Shape 141"/>
          <p:cNvSpPr/>
          <p:nvPr/>
        </p:nvSpPr>
        <p:spPr>
          <a:xfrm>
            <a:off x="1803928" y="3528185"/>
            <a:ext cx="640080" cy="119299"/>
          </a:xfrm>
          <a:prstGeom prst="rect">
            <a:avLst/>
          </a:prstGeom>
          <a:solidFill>
            <a:srgbClr val="FFFFFF"/>
          </a:solidFill>
          <a:ln w="6350">
            <a:solidFill>
              <a:srgbClr val="E2E2E2"/>
            </a:solidFill>
            <a:prstDash val="solid"/>
          </a:ln>
        </p:spPr>
      </p:sp>
      <p:sp>
        <p:nvSpPr>
          <p:cNvPr id="150" name="Shape 142"/>
          <p:cNvSpPr/>
          <p:nvPr/>
        </p:nvSpPr>
        <p:spPr>
          <a:xfrm>
            <a:off x="2444008" y="3528185"/>
            <a:ext cx="457200" cy="119299"/>
          </a:xfrm>
          <a:prstGeom prst="rect">
            <a:avLst/>
          </a:prstGeom>
          <a:solidFill>
            <a:srgbClr val="FFFFFF"/>
          </a:solidFill>
          <a:ln w="6350">
            <a:solidFill>
              <a:srgbClr val="E2E2E2"/>
            </a:solidFill>
            <a:prstDash val="solid"/>
          </a:ln>
        </p:spPr>
      </p:sp>
      <p:sp>
        <p:nvSpPr>
          <p:cNvPr id="151" name="Shape 143"/>
          <p:cNvSpPr/>
          <p:nvPr/>
        </p:nvSpPr>
        <p:spPr>
          <a:xfrm>
            <a:off x="2901208" y="3528185"/>
            <a:ext cx="685800" cy="119299"/>
          </a:xfrm>
          <a:prstGeom prst="rect">
            <a:avLst/>
          </a:prstGeom>
          <a:solidFill>
            <a:srgbClr val="FFFFFF"/>
          </a:solidFill>
          <a:ln w="6350">
            <a:solidFill>
              <a:srgbClr val="E2E2E2"/>
            </a:solidFill>
            <a:prstDash val="solid"/>
          </a:ln>
        </p:spPr>
      </p:sp>
      <p:sp>
        <p:nvSpPr>
          <p:cNvPr id="152" name="Shape 144"/>
          <p:cNvSpPr/>
          <p:nvPr/>
        </p:nvSpPr>
        <p:spPr>
          <a:xfrm>
            <a:off x="3587008" y="3528185"/>
            <a:ext cx="411480" cy="119299"/>
          </a:xfrm>
          <a:prstGeom prst="rect">
            <a:avLst/>
          </a:prstGeom>
          <a:solidFill>
            <a:srgbClr val="FFFFFF"/>
          </a:solidFill>
          <a:ln w="6350">
            <a:solidFill>
              <a:srgbClr val="E2E2E2"/>
            </a:solidFill>
            <a:prstDash val="solid"/>
          </a:ln>
        </p:spPr>
      </p:sp>
      <p:sp>
        <p:nvSpPr>
          <p:cNvPr id="153" name="Shape 145"/>
          <p:cNvSpPr/>
          <p:nvPr/>
        </p:nvSpPr>
        <p:spPr>
          <a:xfrm>
            <a:off x="587776" y="3647484"/>
            <a:ext cx="256032" cy="119299"/>
          </a:xfrm>
          <a:prstGeom prst="rect">
            <a:avLst/>
          </a:prstGeom>
          <a:solidFill>
            <a:srgbClr val="F8F9FA"/>
          </a:solidFill>
          <a:ln w="6350">
            <a:solidFill>
              <a:srgbClr val="DDDDDD"/>
            </a:solidFill>
            <a:prstDash val="solid"/>
          </a:ln>
        </p:spPr>
      </p:sp>
      <p:sp>
        <p:nvSpPr>
          <p:cNvPr id="154" name="Text 146"/>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55" name="Shape 147"/>
          <p:cNvSpPr/>
          <p:nvPr/>
        </p:nvSpPr>
        <p:spPr>
          <a:xfrm>
            <a:off x="843808" y="3647484"/>
            <a:ext cx="502920" cy="119299"/>
          </a:xfrm>
          <a:prstGeom prst="rect">
            <a:avLst/>
          </a:prstGeom>
          <a:solidFill>
            <a:srgbClr val="FFFFFF"/>
          </a:solidFill>
          <a:ln w="6350">
            <a:solidFill>
              <a:srgbClr val="E2E2E2"/>
            </a:solidFill>
            <a:prstDash val="solid"/>
          </a:ln>
        </p:spPr>
      </p:sp>
      <p:sp>
        <p:nvSpPr>
          <p:cNvPr id="156" name="Shape 148"/>
          <p:cNvSpPr/>
          <p:nvPr/>
        </p:nvSpPr>
        <p:spPr>
          <a:xfrm>
            <a:off x="1346728" y="3647484"/>
            <a:ext cx="457200" cy="119299"/>
          </a:xfrm>
          <a:prstGeom prst="rect">
            <a:avLst/>
          </a:prstGeom>
          <a:solidFill>
            <a:srgbClr val="FFFFFF"/>
          </a:solidFill>
          <a:ln w="6350">
            <a:solidFill>
              <a:srgbClr val="E2E2E2"/>
            </a:solidFill>
            <a:prstDash val="solid"/>
          </a:ln>
        </p:spPr>
      </p:sp>
      <p:sp>
        <p:nvSpPr>
          <p:cNvPr id="157" name="Shape 149"/>
          <p:cNvSpPr/>
          <p:nvPr/>
        </p:nvSpPr>
        <p:spPr>
          <a:xfrm>
            <a:off x="1803928" y="3647484"/>
            <a:ext cx="640080" cy="119299"/>
          </a:xfrm>
          <a:prstGeom prst="rect">
            <a:avLst/>
          </a:prstGeom>
          <a:solidFill>
            <a:srgbClr val="FFFFFF"/>
          </a:solidFill>
          <a:ln w="6350">
            <a:solidFill>
              <a:srgbClr val="E2E2E2"/>
            </a:solidFill>
            <a:prstDash val="solid"/>
          </a:ln>
        </p:spPr>
      </p:sp>
      <p:sp>
        <p:nvSpPr>
          <p:cNvPr id="158" name="Shape 150"/>
          <p:cNvSpPr/>
          <p:nvPr/>
        </p:nvSpPr>
        <p:spPr>
          <a:xfrm>
            <a:off x="2444008" y="3647484"/>
            <a:ext cx="457200" cy="119299"/>
          </a:xfrm>
          <a:prstGeom prst="rect">
            <a:avLst/>
          </a:prstGeom>
          <a:solidFill>
            <a:srgbClr val="FFFFFF"/>
          </a:solidFill>
          <a:ln w="6350">
            <a:solidFill>
              <a:srgbClr val="E2E2E2"/>
            </a:solidFill>
            <a:prstDash val="solid"/>
          </a:ln>
        </p:spPr>
      </p:sp>
      <p:sp>
        <p:nvSpPr>
          <p:cNvPr id="159" name="Shape 151"/>
          <p:cNvSpPr/>
          <p:nvPr/>
        </p:nvSpPr>
        <p:spPr>
          <a:xfrm>
            <a:off x="2901208" y="3647484"/>
            <a:ext cx="685800" cy="119299"/>
          </a:xfrm>
          <a:prstGeom prst="rect">
            <a:avLst/>
          </a:prstGeom>
          <a:solidFill>
            <a:srgbClr val="FFFFFF"/>
          </a:solidFill>
          <a:ln w="6350">
            <a:solidFill>
              <a:srgbClr val="E2E2E2"/>
            </a:solidFill>
            <a:prstDash val="solid"/>
          </a:ln>
        </p:spPr>
      </p:sp>
      <p:sp>
        <p:nvSpPr>
          <p:cNvPr id="160" name="Shape 152"/>
          <p:cNvSpPr/>
          <p:nvPr/>
        </p:nvSpPr>
        <p:spPr>
          <a:xfrm>
            <a:off x="3587008" y="3647484"/>
            <a:ext cx="411480" cy="119299"/>
          </a:xfrm>
          <a:prstGeom prst="rect">
            <a:avLst/>
          </a:prstGeom>
          <a:solidFill>
            <a:srgbClr val="FFFFFF"/>
          </a:solidFill>
          <a:ln w="6350">
            <a:solidFill>
              <a:srgbClr val="E2E2E2"/>
            </a:solidFill>
            <a:prstDash val="solid"/>
          </a:ln>
        </p:spPr>
      </p:sp>
      <p:sp>
        <p:nvSpPr>
          <p:cNvPr id="161" name="Shape 153"/>
          <p:cNvSpPr/>
          <p:nvPr/>
        </p:nvSpPr>
        <p:spPr>
          <a:xfrm>
            <a:off x="2444008" y="2812388"/>
            <a:ext cx="457200" cy="119299"/>
          </a:xfrm>
          <a:prstGeom prst="rect">
            <a:avLst/>
          </a:prstGeom>
          <a:solidFill>
            <a:srgbClr val="1A73E8">
              <a:alpha val="12000"/>
            </a:srgbClr>
          </a:solidFill>
          <a:ln w="19050">
            <a:solidFill>
              <a:srgbClr val="1A73E8"/>
            </a:solidFill>
            <a:prstDash val="solid"/>
          </a:ln>
        </p:spPr>
      </p:sp>
      <p:sp>
        <p:nvSpPr>
          <p:cNvPr id="162" name="Shape 154"/>
          <p:cNvSpPr/>
          <p:nvPr/>
        </p:nvSpPr>
        <p:spPr>
          <a:xfrm>
            <a:off x="587776" y="3794216"/>
            <a:ext cx="4950927" cy="201168"/>
          </a:xfrm>
          <a:prstGeom prst="rect">
            <a:avLst/>
          </a:prstGeom>
          <a:solidFill>
            <a:srgbClr val="F8F9FA"/>
          </a:solidFill>
          <a:ln w="12700">
            <a:solidFill>
              <a:srgbClr val="F8F9FA"/>
            </a:solidFill>
            <a:prstDash val="solid"/>
          </a:ln>
        </p:spPr>
      </p:sp>
      <p:sp>
        <p:nvSpPr>
          <p:cNvPr id="163" name="Text 155"/>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64" name="Text 156"/>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Santri</a:t>
            </a:r>
            <a:endParaRPr lang="en-US" sz="700" dirty="0"/>
          </a:p>
        </p:txBody>
      </p:sp>
      <p:sp>
        <p:nvSpPr>
          <p:cNvPr id="165" name="Shape 157"/>
          <p:cNvSpPr/>
          <p:nvPr/>
        </p:nvSpPr>
        <p:spPr>
          <a:xfrm>
            <a:off x="1913656" y="3794216"/>
            <a:ext cx="731520" cy="201168"/>
          </a:xfrm>
          <a:prstGeom prst="rect">
            <a:avLst/>
          </a:prstGeom>
          <a:solidFill>
            <a:srgbClr val="E1EFFE"/>
          </a:solidFill>
          <a:ln w="12700">
            <a:solidFill>
              <a:srgbClr val="E1EFFE"/>
            </a:solidFill>
            <a:prstDash val="solid"/>
          </a:ln>
        </p:spPr>
      </p:sp>
      <p:sp>
        <p:nvSpPr>
          <p:cNvPr id="166" name="Text 158"/>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Setoran</a:t>
            </a:r>
            <a:endParaRPr lang="en-US" sz="700" dirty="0"/>
          </a:p>
        </p:txBody>
      </p:sp>
      <p:sp>
        <p:nvSpPr>
          <p:cNvPr id="167" name="Shape 159"/>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168" name="Shape 160"/>
          <p:cNvSpPr/>
          <p:nvPr/>
        </p:nvSpPr>
        <p:spPr>
          <a:xfrm>
            <a:off x="5310104" y="2198885"/>
            <a:ext cx="274320" cy="274320"/>
          </a:xfrm>
          <a:prstGeom prst="ellipse">
            <a:avLst/>
          </a:prstGeom>
          <a:solidFill>
            <a:srgbClr val="E53935"/>
          </a:solidFill>
          <a:ln w="12700">
            <a:solidFill>
              <a:srgbClr val="FFFFFF"/>
            </a:solidFill>
            <a:prstDash val="solid"/>
          </a:ln>
        </p:spPr>
      </p:sp>
      <p:sp>
        <p:nvSpPr>
          <p:cNvPr id="169" name="Text 161"/>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170" name="Image 6" descr="preencoded.png">    </p:cNvPr>
          <p:cNvPicPr>
            <a:picLocks noChangeAspect="1"/>
          </p:cNvPicPr>
          <p:nvPr/>
        </p:nvPicPr>
        <p:blipFill>
          <a:blip r:embed="rId7"/>
          <a:stretch>
            <a:fillRect/>
          </a:stretch>
        </p:blipFill>
        <p:spPr>
          <a:xfrm>
            <a:off x="3571390" y="2464976"/>
            <a:ext cx="237744" cy="237744"/>
          </a:xfrm>
          <a:prstGeom prst="rect">
            <a:avLst/>
          </a:prstGeom>
        </p:spPr>
      </p:pic>
      <p:sp>
        <p:nvSpPr>
          <p:cNvPr id="171" name="Text 16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72" name="Text 16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D2: ambil Kelas (kolom ke-3)</a:t>
            </a:r>
            <a:endParaRPr lang="en-US" sz="1800" dirty="0"/>
          </a:p>
        </p:txBody>
      </p:sp>
      <p:sp>
        <p:nvSpPr>
          <p:cNvPr id="173" name="Text 16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D2: =VLOOKUP(B2, Santri!A:D, 3, FALSE). Bedanya hanya angka kolom: 3.</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VLOOKUP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Database_Setoran_Kel3 -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Database_Setoran_Kel3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50292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46728" y="2573789"/>
            <a:ext cx="457200" cy="119299"/>
          </a:xfrm>
          <a:prstGeom prst="rect">
            <a:avLst/>
          </a:prstGeom>
          <a:solidFill>
            <a:srgbClr val="F8F9FA"/>
          </a:solidFill>
          <a:ln w="6350">
            <a:solidFill>
              <a:srgbClr val="DDDDDD"/>
            </a:solidFill>
            <a:prstDash val="solid"/>
          </a:ln>
        </p:spPr>
      </p:sp>
      <p:sp>
        <p:nvSpPr>
          <p:cNvPr id="64" name="Text 56"/>
          <p:cNvSpPr txBox="1"/>
          <p:nvPr/>
        </p:nvSpPr>
        <p:spPr>
          <a:xfrm>
            <a:off x="134672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8039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18039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444008" y="2573789"/>
            <a:ext cx="457200" cy="119299"/>
          </a:xfrm>
          <a:prstGeom prst="rect">
            <a:avLst/>
          </a:prstGeom>
          <a:solidFill>
            <a:srgbClr val="F8F9FA"/>
          </a:solidFill>
          <a:ln w="6350">
            <a:solidFill>
              <a:srgbClr val="DDDDDD"/>
            </a:solidFill>
            <a:prstDash val="solid"/>
          </a:ln>
        </p:spPr>
      </p:sp>
      <p:sp>
        <p:nvSpPr>
          <p:cNvPr id="68" name="Text 60"/>
          <p:cNvSpPr txBox="1"/>
          <p:nvPr/>
        </p:nvSpPr>
        <p:spPr>
          <a:xfrm>
            <a:off x="244400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0120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0120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587008" y="2573789"/>
            <a:ext cx="411480" cy="119299"/>
          </a:xfrm>
          <a:prstGeom prst="rect">
            <a:avLst/>
          </a:prstGeom>
          <a:solidFill>
            <a:srgbClr val="F8F9FA"/>
          </a:solidFill>
          <a:ln w="6350">
            <a:solidFill>
              <a:srgbClr val="DDDDDD"/>
            </a:solidFill>
            <a:prstDash val="solid"/>
          </a:ln>
        </p:spPr>
      </p:sp>
      <p:sp>
        <p:nvSpPr>
          <p:cNvPr id="72" name="Text 64"/>
          <p:cNvSpPr txBox="1"/>
          <p:nvPr/>
        </p:nvSpPr>
        <p:spPr>
          <a:xfrm>
            <a:off x="35870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50292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Tanggal</a:t>
            </a:r>
            <a:endParaRPr lang="en-US" sz="600" dirty="0"/>
          </a:p>
        </p:txBody>
      </p:sp>
      <p:sp>
        <p:nvSpPr>
          <p:cNvPr id="77" name="Shape 69"/>
          <p:cNvSpPr/>
          <p:nvPr/>
        </p:nvSpPr>
        <p:spPr>
          <a:xfrm>
            <a:off x="1346728" y="2693089"/>
            <a:ext cx="457200" cy="119299"/>
          </a:xfrm>
          <a:prstGeom prst="rect">
            <a:avLst/>
          </a:prstGeom>
          <a:solidFill>
            <a:srgbClr val="0F4C3A"/>
          </a:solidFill>
          <a:ln w="6350">
            <a:solidFill>
              <a:srgbClr val="E2E2E2"/>
            </a:solidFill>
            <a:prstDash val="solid"/>
          </a:ln>
        </p:spPr>
      </p:sp>
      <p:sp>
        <p:nvSpPr>
          <p:cNvPr id="78" name="Text 70"/>
          <p:cNvSpPr txBox="1"/>
          <p:nvPr/>
        </p:nvSpPr>
        <p:spPr>
          <a:xfrm>
            <a:off x="137416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9" name="Shape 71"/>
          <p:cNvSpPr/>
          <p:nvPr/>
        </p:nvSpPr>
        <p:spPr>
          <a:xfrm>
            <a:off x="18039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18313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81" name="Shape 73"/>
          <p:cNvSpPr/>
          <p:nvPr/>
        </p:nvSpPr>
        <p:spPr>
          <a:xfrm>
            <a:off x="2444008" y="2693089"/>
            <a:ext cx="457200" cy="119299"/>
          </a:xfrm>
          <a:prstGeom prst="rect">
            <a:avLst/>
          </a:prstGeom>
          <a:solidFill>
            <a:srgbClr val="0F4C3A"/>
          </a:solidFill>
          <a:ln w="6350">
            <a:solidFill>
              <a:srgbClr val="E2E2E2"/>
            </a:solidFill>
            <a:prstDash val="solid"/>
          </a:ln>
        </p:spPr>
      </p:sp>
      <p:sp>
        <p:nvSpPr>
          <p:cNvPr id="82" name="Text 74"/>
          <p:cNvSpPr txBox="1"/>
          <p:nvPr/>
        </p:nvSpPr>
        <p:spPr>
          <a:xfrm>
            <a:off x="247144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3" name="Shape 75"/>
          <p:cNvSpPr/>
          <p:nvPr/>
        </p:nvSpPr>
        <p:spPr>
          <a:xfrm>
            <a:off x="290120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292864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Surat</a:t>
            </a:r>
            <a:endParaRPr lang="en-US" sz="600" dirty="0"/>
          </a:p>
        </p:txBody>
      </p:sp>
      <p:sp>
        <p:nvSpPr>
          <p:cNvPr id="85" name="Shape 77"/>
          <p:cNvSpPr/>
          <p:nvPr/>
        </p:nvSpPr>
        <p:spPr>
          <a:xfrm>
            <a:off x="3587008" y="2693089"/>
            <a:ext cx="411480" cy="119299"/>
          </a:xfrm>
          <a:prstGeom prst="rect">
            <a:avLst/>
          </a:prstGeom>
          <a:solidFill>
            <a:srgbClr val="0F4C3A"/>
          </a:solidFill>
          <a:ln w="6350">
            <a:solidFill>
              <a:srgbClr val="E2E2E2"/>
            </a:solidFill>
            <a:prstDash val="solid"/>
          </a:ln>
        </p:spPr>
      </p:sp>
      <p:sp>
        <p:nvSpPr>
          <p:cNvPr id="86" name="Text 78"/>
          <p:cNvSpPr txBox="1"/>
          <p:nvPr/>
        </p:nvSpPr>
        <p:spPr>
          <a:xfrm>
            <a:off x="36144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Ayat</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50292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91" name="Shape 83"/>
          <p:cNvSpPr/>
          <p:nvPr/>
        </p:nvSpPr>
        <p:spPr>
          <a:xfrm>
            <a:off x="1346728" y="2812388"/>
            <a:ext cx="457200" cy="119299"/>
          </a:xfrm>
          <a:prstGeom prst="rect">
            <a:avLst/>
          </a:prstGeom>
          <a:solidFill>
            <a:srgbClr val="FFFFFF"/>
          </a:solidFill>
          <a:ln w="6350">
            <a:solidFill>
              <a:srgbClr val="E2E2E2"/>
            </a:solidFill>
            <a:prstDash val="solid"/>
          </a:ln>
        </p:spPr>
      </p:sp>
      <p:sp>
        <p:nvSpPr>
          <p:cNvPr id="92" name="Text 84"/>
          <p:cNvSpPr txBox="1"/>
          <p:nvPr/>
        </p:nvSpPr>
        <p:spPr>
          <a:xfrm>
            <a:off x="137416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3" name="Shape 85"/>
          <p:cNvSpPr/>
          <p:nvPr/>
        </p:nvSpPr>
        <p:spPr>
          <a:xfrm>
            <a:off x="18039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1831360" y="28123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5" name="Shape 87"/>
          <p:cNvSpPr/>
          <p:nvPr/>
        </p:nvSpPr>
        <p:spPr>
          <a:xfrm>
            <a:off x="2444008" y="2812388"/>
            <a:ext cx="457200" cy="119299"/>
          </a:xfrm>
          <a:prstGeom prst="rect">
            <a:avLst/>
          </a:prstGeom>
          <a:solidFill>
            <a:srgbClr val="FFFFFF"/>
          </a:solidFill>
          <a:ln w="6350">
            <a:solidFill>
              <a:srgbClr val="E2E2E2"/>
            </a:solidFill>
            <a:prstDash val="solid"/>
          </a:ln>
        </p:spPr>
      </p:sp>
      <p:sp>
        <p:nvSpPr>
          <p:cNvPr id="96" name="Text 88"/>
          <p:cNvSpPr txBox="1"/>
          <p:nvPr/>
        </p:nvSpPr>
        <p:spPr>
          <a:xfrm>
            <a:off x="247144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97" name="Shape 89"/>
          <p:cNvSpPr/>
          <p:nvPr/>
        </p:nvSpPr>
        <p:spPr>
          <a:xfrm>
            <a:off x="290120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292864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An-Naba</a:t>
            </a:r>
            <a:endParaRPr lang="en-US" sz="600" dirty="0"/>
          </a:p>
        </p:txBody>
      </p:sp>
      <p:sp>
        <p:nvSpPr>
          <p:cNvPr id="99" name="Shape 91"/>
          <p:cNvSpPr/>
          <p:nvPr/>
        </p:nvSpPr>
        <p:spPr>
          <a:xfrm>
            <a:off x="3587008" y="2812388"/>
            <a:ext cx="411480" cy="119299"/>
          </a:xfrm>
          <a:prstGeom prst="rect">
            <a:avLst/>
          </a:prstGeom>
          <a:solidFill>
            <a:srgbClr val="FFFFFF"/>
          </a:solidFill>
          <a:ln w="6350">
            <a:solidFill>
              <a:srgbClr val="E2E2E2"/>
            </a:solidFill>
            <a:prstDash val="solid"/>
          </a:ln>
        </p:spPr>
      </p:sp>
      <p:sp>
        <p:nvSpPr>
          <p:cNvPr id="100" name="Text 92"/>
          <p:cNvSpPr txBox="1"/>
          <p:nvPr/>
        </p:nvSpPr>
        <p:spPr>
          <a:xfrm>
            <a:off x="3614440" y="28123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20</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50292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105" name="Shape 97"/>
          <p:cNvSpPr/>
          <p:nvPr/>
        </p:nvSpPr>
        <p:spPr>
          <a:xfrm>
            <a:off x="1346728" y="2931688"/>
            <a:ext cx="457200" cy="119299"/>
          </a:xfrm>
          <a:prstGeom prst="rect">
            <a:avLst/>
          </a:prstGeom>
          <a:solidFill>
            <a:srgbClr val="FFFFFF"/>
          </a:solidFill>
          <a:ln w="6350">
            <a:solidFill>
              <a:srgbClr val="E2E2E2"/>
            </a:solidFill>
            <a:prstDash val="solid"/>
          </a:ln>
        </p:spPr>
      </p:sp>
      <p:sp>
        <p:nvSpPr>
          <p:cNvPr id="106" name="Text 98"/>
          <p:cNvSpPr txBox="1"/>
          <p:nvPr/>
        </p:nvSpPr>
        <p:spPr>
          <a:xfrm>
            <a:off x="1374160" y="29316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07" name="Shape 99"/>
          <p:cNvSpPr/>
          <p:nvPr/>
        </p:nvSpPr>
        <p:spPr>
          <a:xfrm>
            <a:off x="1803928" y="2931688"/>
            <a:ext cx="640080" cy="119299"/>
          </a:xfrm>
          <a:prstGeom prst="rect">
            <a:avLst/>
          </a:prstGeom>
          <a:solidFill>
            <a:srgbClr val="FFFFFF"/>
          </a:solidFill>
          <a:ln w="6350">
            <a:solidFill>
              <a:srgbClr val="E2E2E2"/>
            </a:solidFill>
            <a:prstDash val="solid"/>
          </a:ln>
        </p:spPr>
      </p:sp>
      <p:sp>
        <p:nvSpPr>
          <p:cNvPr id="108" name="Text 100"/>
          <p:cNvSpPr txBox="1"/>
          <p:nvPr/>
        </p:nvSpPr>
        <p:spPr>
          <a:xfrm>
            <a:off x="1831360" y="29316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09" name="Shape 101"/>
          <p:cNvSpPr/>
          <p:nvPr/>
        </p:nvSpPr>
        <p:spPr>
          <a:xfrm>
            <a:off x="2444008" y="2931688"/>
            <a:ext cx="457200" cy="119299"/>
          </a:xfrm>
          <a:prstGeom prst="rect">
            <a:avLst/>
          </a:prstGeom>
          <a:solidFill>
            <a:srgbClr val="FFFFFF"/>
          </a:solidFill>
          <a:ln w="6350">
            <a:solidFill>
              <a:srgbClr val="E2E2E2"/>
            </a:solidFill>
            <a:prstDash val="solid"/>
          </a:ln>
        </p:spPr>
      </p:sp>
      <p:sp>
        <p:nvSpPr>
          <p:cNvPr id="110" name="Text 102"/>
          <p:cNvSpPr txBox="1"/>
          <p:nvPr/>
        </p:nvSpPr>
        <p:spPr>
          <a:xfrm>
            <a:off x="2471440" y="29316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9B</a:t>
            </a:r>
            <a:endParaRPr lang="en-US" sz="600" dirty="0"/>
          </a:p>
        </p:txBody>
      </p:sp>
      <p:sp>
        <p:nvSpPr>
          <p:cNvPr id="111" name="Shape 103"/>
          <p:cNvSpPr/>
          <p:nvPr/>
        </p:nvSpPr>
        <p:spPr>
          <a:xfrm>
            <a:off x="290120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292864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An-Naziat</a:t>
            </a:r>
            <a:endParaRPr lang="en-US" sz="600" dirty="0"/>
          </a:p>
        </p:txBody>
      </p:sp>
      <p:sp>
        <p:nvSpPr>
          <p:cNvPr id="113" name="Shape 105"/>
          <p:cNvSpPr/>
          <p:nvPr/>
        </p:nvSpPr>
        <p:spPr>
          <a:xfrm>
            <a:off x="3587008" y="2931688"/>
            <a:ext cx="411480" cy="119299"/>
          </a:xfrm>
          <a:prstGeom prst="rect">
            <a:avLst/>
          </a:prstGeom>
          <a:solidFill>
            <a:srgbClr val="FFFFFF"/>
          </a:solidFill>
          <a:ln w="6350">
            <a:solidFill>
              <a:srgbClr val="E2E2E2"/>
            </a:solidFill>
            <a:prstDash val="solid"/>
          </a:ln>
        </p:spPr>
      </p:sp>
      <p:sp>
        <p:nvSpPr>
          <p:cNvPr id="114" name="Text 106"/>
          <p:cNvSpPr txBox="1"/>
          <p:nvPr/>
        </p:nvSpPr>
        <p:spPr>
          <a:xfrm>
            <a:off x="3614440" y="29316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15</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50292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04/02</a:t>
            </a:r>
            <a:endParaRPr lang="en-US" sz="600" dirty="0"/>
          </a:p>
        </p:txBody>
      </p:sp>
      <p:sp>
        <p:nvSpPr>
          <p:cNvPr id="119" name="Shape 111"/>
          <p:cNvSpPr/>
          <p:nvPr/>
        </p:nvSpPr>
        <p:spPr>
          <a:xfrm>
            <a:off x="1346728" y="3050987"/>
            <a:ext cx="457200" cy="119299"/>
          </a:xfrm>
          <a:prstGeom prst="rect">
            <a:avLst/>
          </a:prstGeom>
          <a:solidFill>
            <a:srgbClr val="FFFFFF"/>
          </a:solidFill>
          <a:ln w="6350">
            <a:solidFill>
              <a:srgbClr val="E2E2E2"/>
            </a:solidFill>
            <a:prstDash val="solid"/>
          </a:ln>
        </p:spPr>
      </p:sp>
      <p:sp>
        <p:nvSpPr>
          <p:cNvPr id="120" name="Text 112"/>
          <p:cNvSpPr txBox="1"/>
          <p:nvPr/>
        </p:nvSpPr>
        <p:spPr>
          <a:xfrm>
            <a:off x="1374160" y="30509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121" name="Shape 113"/>
          <p:cNvSpPr/>
          <p:nvPr/>
        </p:nvSpPr>
        <p:spPr>
          <a:xfrm>
            <a:off x="1803928" y="3050987"/>
            <a:ext cx="640080" cy="119299"/>
          </a:xfrm>
          <a:prstGeom prst="rect">
            <a:avLst/>
          </a:prstGeom>
          <a:solidFill>
            <a:srgbClr val="FFFFFF"/>
          </a:solidFill>
          <a:ln w="6350">
            <a:solidFill>
              <a:srgbClr val="E2E2E2"/>
            </a:solidFill>
            <a:prstDash val="solid"/>
          </a:ln>
        </p:spPr>
      </p:sp>
      <p:sp>
        <p:nvSpPr>
          <p:cNvPr id="122" name="Text 114"/>
          <p:cNvSpPr txBox="1"/>
          <p:nvPr/>
        </p:nvSpPr>
        <p:spPr>
          <a:xfrm>
            <a:off x="1831360" y="3050987"/>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123" name="Shape 115"/>
          <p:cNvSpPr/>
          <p:nvPr/>
        </p:nvSpPr>
        <p:spPr>
          <a:xfrm>
            <a:off x="2444008" y="3050987"/>
            <a:ext cx="457200" cy="119299"/>
          </a:xfrm>
          <a:prstGeom prst="rect">
            <a:avLst/>
          </a:prstGeom>
          <a:solidFill>
            <a:srgbClr val="FFFFFF"/>
          </a:solidFill>
          <a:ln w="6350">
            <a:solidFill>
              <a:srgbClr val="E2E2E2"/>
            </a:solidFill>
            <a:prstDash val="solid"/>
          </a:ln>
        </p:spPr>
      </p:sp>
      <p:sp>
        <p:nvSpPr>
          <p:cNvPr id="124" name="Text 116"/>
          <p:cNvSpPr txBox="1"/>
          <p:nvPr/>
        </p:nvSpPr>
        <p:spPr>
          <a:xfrm>
            <a:off x="2471440" y="30509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125" name="Shape 117"/>
          <p:cNvSpPr/>
          <p:nvPr/>
        </p:nvSpPr>
        <p:spPr>
          <a:xfrm>
            <a:off x="2901208" y="3050987"/>
            <a:ext cx="685800" cy="119299"/>
          </a:xfrm>
          <a:prstGeom prst="rect">
            <a:avLst/>
          </a:prstGeom>
          <a:solidFill>
            <a:srgbClr val="FFFFFF"/>
          </a:solidFill>
          <a:ln w="6350">
            <a:solidFill>
              <a:srgbClr val="E2E2E2"/>
            </a:solidFill>
            <a:prstDash val="solid"/>
          </a:ln>
        </p:spPr>
      </p:sp>
      <p:sp>
        <p:nvSpPr>
          <p:cNvPr id="126" name="Text 118"/>
          <p:cNvSpPr txBox="1"/>
          <p:nvPr/>
        </p:nvSpPr>
        <p:spPr>
          <a:xfrm>
            <a:off x="292864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Abasa</a:t>
            </a:r>
            <a:endParaRPr lang="en-US" sz="600" dirty="0"/>
          </a:p>
        </p:txBody>
      </p:sp>
      <p:sp>
        <p:nvSpPr>
          <p:cNvPr id="127" name="Shape 119"/>
          <p:cNvSpPr/>
          <p:nvPr/>
        </p:nvSpPr>
        <p:spPr>
          <a:xfrm>
            <a:off x="3587008" y="3050987"/>
            <a:ext cx="411480" cy="119299"/>
          </a:xfrm>
          <a:prstGeom prst="rect">
            <a:avLst/>
          </a:prstGeom>
          <a:solidFill>
            <a:srgbClr val="FFFFFF"/>
          </a:solidFill>
          <a:ln w="6350">
            <a:solidFill>
              <a:srgbClr val="E2E2E2"/>
            </a:solidFill>
            <a:prstDash val="solid"/>
          </a:ln>
        </p:spPr>
      </p:sp>
      <p:sp>
        <p:nvSpPr>
          <p:cNvPr id="128" name="Text 120"/>
          <p:cNvSpPr txBox="1"/>
          <p:nvPr/>
        </p:nvSpPr>
        <p:spPr>
          <a:xfrm>
            <a:off x="3614440" y="3050987"/>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18</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50292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04/02</a:t>
            </a:r>
            <a:endParaRPr lang="en-US" sz="600" dirty="0"/>
          </a:p>
        </p:txBody>
      </p:sp>
      <p:sp>
        <p:nvSpPr>
          <p:cNvPr id="133" name="Shape 125"/>
          <p:cNvSpPr/>
          <p:nvPr/>
        </p:nvSpPr>
        <p:spPr>
          <a:xfrm>
            <a:off x="1346728" y="3170287"/>
            <a:ext cx="457200" cy="119299"/>
          </a:xfrm>
          <a:prstGeom prst="rect">
            <a:avLst/>
          </a:prstGeom>
          <a:solidFill>
            <a:srgbClr val="FFFFFF"/>
          </a:solidFill>
          <a:ln w="6350">
            <a:solidFill>
              <a:srgbClr val="E2E2E2"/>
            </a:solidFill>
            <a:prstDash val="solid"/>
          </a:ln>
        </p:spPr>
      </p:sp>
      <p:sp>
        <p:nvSpPr>
          <p:cNvPr id="134" name="Text 126"/>
          <p:cNvSpPr txBox="1"/>
          <p:nvPr/>
        </p:nvSpPr>
        <p:spPr>
          <a:xfrm>
            <a:off x="1374160" y="31702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35" name="Shape 127"/>
          <p:cNvSpPr/>
          <p:nvPr/>
        </p:nvSpPr>
        <p:spPr>
          <a:xfrm>
            <a:off x="1803928" y="3170287"/>
            <a:ext cx="640080" cy="119299"/>
          </a:xfrm>
          <a:prstGeom prst="rect">
            <a:avLst/>
          </a:prstGeom>
          <a:solidFill>
            <a:srgbClr val="FFFFFF"/>
          </a:solidFill>
          <a:ln w="6350">
            <a:solidFill>
              <a:srgbClr val="E2E2E2"/>
            </a:solidFill>
            <a:prstDash val="solid"/>
          </a:ln>
        </p:spPr>
      </p:sp>
      <p:sp>
        <p:nvSpPr>
          <p:cNvPr id="136" name="Text 128"/>
          <p:cNvSpPr txBox="1"/>
          <p:nvPr/>
        </p:nvSpPr>
        <p:spPr>
          <a:xfrm>
            <a:off x="1831360" y="3170287"/>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37" name="Shape 129"/>
          <p:cNvSpPr/>
          <p:nvPr/>
        </p:nvSpPr>
        <p:spPr>
          <a:xfrm>
            <a:off x="2444008" y="3170287"/>
            <a:ext cx="457200" cy="119299"/>
          </a:xfrm>
          <a:prstGeom prst="rect">
            <a:avLst/>
          </a:prstGeom>
          <a:solidFill>
            <a:srgbClr val="FFFFFF"/>
          </a:solidFill>
          <a:ln w="6350">
            <a:solidFill>
              <a:srgbClr val="E2E2E2"/>
            </a:solidFill>
            <a:prstDash val="solid"/>
          </a:ln>
        </p:spPr>
      </p:sp>
      <p:sp>
        <p:nvSpPr>
          <p:cNvPr id="138" name="Text 130"/>
          <p:cNvSpPr txBox="1"/>
          <p:nvPr/>
        </p:nvSpPr>
        <p:spPr>
          <a:xfrm>
            <a:off x="2471440" y="31702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139" name="Shape 131"/>
          <p:cNvSpPr/>
          <p:nvPr/>
        </p:nvSpPr>
        <p:spPr>
          <a:xfrm>
            <a:off x="2901208" y="3170287"/>
            <a:ext cx="685800" cy="119299"/>
          </a:xfrm>
          <a:prstGeom prst="rect">
            <a:avLst/>
          </a:prstGeom>
          <a:solidFill>
            <a:srgbClr val="FFFFFF"/>
          </a:solidFill>
          <a:ln w="6350">
            <a:solidFill>
              <a:srgbClr val="E2E2E2"/>
            </a:solidFill>
            <a:prstDash val="solid"/>
          </a:ln>
        </p:spPr>
      </p:sp>
      <p:sp>
        <p:nvSpPr>
          <p:cNvPr id="140" name="Text 132"/>
          <p:cNvSpPr txBox="1"/>
          <p:nvPr/>
        </p:nvSpPr>
        <p:spPr>
          <a:xfrm>
            <a:off x="292864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An-Naba</a:t>
            </a:r>
            <a:endParaRPr lang="en-US" sz="600" dirty="0"/>
          </a:p>
        </p:txBody>
      </p:sp>
      <p:sp>
        <p:nvSpPr>
          <p:cNvPr id="141" name="Shape 133"/>
          <p:cNvSpPr/>
          <p:nvPr/>
        </p:nvSpPr>
        <p:spPr>
          <a:xfrm>
            <a:off x="3587008" y="3170287"/>
            <a:ext cx="411480" cy="119299"/>
          </a:xfrm>
          <a:prstGeom prst="rect">
            <a:avLst/>
          </a:prstGeom>
          <a:solidFill>
            <a:srgbClr val="FFFFFF"/>
          </a:solidFill>
          <a:ln w="6350">
            <a:solidFill>
              <a:srgbClr val="E2E2E2"/>
            </a:solidFill>
            <a:prstDash val="solid"/>
          </a:ln>
        </p:spPr>
      </p:sp>
      <p:sp>
        <p:nvSpPr>
          <p:cNvPr id="142" name="Text 134"/>
          <p:cNvSpPr txBox="1"/>
          <p:nvPr/>
        </p:nvSpPr>
        <p:spPr>
          <a:xfrm>
            <a:off x="3614440" y="3170287"/>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10</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502920" cy="119299"/>
          </a:xfrm>
          <a:prstGeom prst="rect">
            <a:avLst/>
          </a:prstGeom>
          <a:solidFill>
            <a:srgbClr val="FFFFFF"/>
          </a:solidFill>
          <a:ln w="6350">
            <a:solidFill>
              <a:srgbClr val="E2E2E2"/>
            </a:solidFill>
            <a:prstDash val="solid"/>
          </a:ln>
        </p:spPr>
      </p:sp>
      <p:sp>
        <p:nvSpPr>
          <p:cNvPr id="146" name="Shape 138"/>
          <p:cNvSpPr/>
          <p:nvPr/>
        </p:nvSpPr>
        <p:spPr>
          <a:xfrm>
            <a:off x="1346728" y="3289586"/>
            <a:ext cx="457200" cy="119299"/>
          </a:xfrm>
          <a:prstGeom prst="rect">
            <a:avLst/>
          </a:prstGeom>
          <a:solidFill>
            <a:srgbClr val="FFFFFF"/>
          </a:solidFill>
          <a:ln w="6350">
            <a:solidFill>
              <a:srgbClr val="E2E2E2"/>
            </a:solidFill>
            <a:prstDash val="solid"/>
          </a:ln>
        </p:spPr>
      </p:sp>
      <p:sp>
        <p:nvSpPr>
          <p:cNvPr id="147" name="Shape 139"/>
          <p:cNvSpPr/>
          <p:nvPr/>
        </p:nvSpPr>
        <p:spPr>
          <a:xfrm>
            <a:off x="1803928" y="3289586"/>
            <a:ext cx="640080" cy="119299"/>
          </a:xfrm>
          <a:prstGeom prst="rect">
            <a:avLst/>
          </a:prstGeom>
          <a:solidFill>
            <a:srgbClr val="FFFFFF"/>
          </a:solidFill>
          <a:ln w="6350">
            <a:solidFill>
              <a:srgbClr val="E2E2E2"/>
            </a:solidFill>
            <a:prstDash val="solid"/>
          </a:ln>
        </p:spPr>
      </p:sp>
      <p:sp>
        <p:nvSpPr>
          <p:cNvPr id="148" name="Shape 140"/>
          <p:cNvSpPr/>
          <p:nvPr/>
        </p:nvSpPr>
        <p:spPr>
          <a:xfrm>
            <a:off x="2444008" y="3289586"/>
            <a:ext cx="457200" cy="119299"/>
          </a:xfrm>
          <a:prstGeom prst="rect">
            <a:avLst/>
          </a:prstGeom>
          <a:solidFill>
            <a:srgbClr val="FFFFFF"/>
          </a:solidFill>
          <a:ln w="6350">
            <a:solidFill>
              <a:srgbClr val="E2E2E2"/>
            </a:solidFill>
            <a:prstDash val="solid"/>
          </a:ln>
        </p:spPr>
      </p:sp>
      <p:sp>
        <p:nvSpPr>
          <p:cNvPr id="149" name="Shape 141"/>
          <p:cNvSpPr/>
          <p:nvPr/>
        </p:nvSpPr>
        <p:spPr>
          <a:xfrm>
            <a:off x="2901208" y="3289586"/>
            <a:ext cx="685800" cy="119299"/>
          </a:xfrm>
          <a:prstGeom prst="rect">
            <a:avLst/>
          </a:prstGeom>
          <a:solidFill>
            <a:srgbClr val="FFFFFF"/>
          </a:solidFill>
          <a:ln w="6350">
            <a:solidFill>
              <a:srgbClr val="E2E2E2"/>
            </a:solidFill>
            <a:prstDash val="solid"/>
          </a:ln>
        </p:spPr>
      </p:sp>
      <p:sp>
        <p:nvSpPr>
          <p:cNvPr id="150" name="Shape 142"/>
          <p:cNvSpPr/>
          <p:nvPr/>
        </p:nvSpPr>
        <p:spPr>
          <a:xfrm>
            <a:off x="3587008" y="3289586"/>
            <a:ext cx="411480" cy="119299"/>
          </a:xfrm>
          <a:prstGeom prst="rect">
            <a:avLst/>
          </a:prstGeom>
          <a:solidFill>
            <a:srgbClr val="FFFFFF"/>
          </a:solidFill>
          <a:ln w="6350">
            <a:solidFill>
              <a:srgbClr val="E2E2E2"/>
            </a:solidFill>
            <a:prstDash val="solid"/>
          </a:ln>
        </p:spPr>
      </p:sp>
      <p:sp>
        <p:nvSpPr>
          <p:cNvPr id="151" name="Shape 143"/>
          <p:cNvSpPr/>
          <p:nvPr/>
        </p:nvSpPr>
        <p:spPr>
          <a:xfrm>
            <a:off x="587776" y="3408885"/>
            <a:ext cx="256032" cy="119299"/>
          </a:xfrm>
          <a:prstGeom prst="rect">
            <a:avLst/>
          </a:prstGeom>
          <a:solidFill>
            <a:srgbClr val="F8F9FA"/>
          </a:solidFill>
          <a:ln w="6350">
            <a:solidFill>
              <a:srgbClr val="DDDDDD"/>
            </a:solidFill>
            <a:prstDash val="solid"/>
          </a:ln>
        </p:spPr>
      </p:sp>
      <p:sp>
        <p:nvSpPr>
          <p:cNvPr id="152" name="Text 14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3" name="Shape 145"/>
          <p:cNvSpPr/>
          <p:nvPr/>
        </p:nvSpPr>
        <p:spPr>
          <a:xfrm>
            <a:off x="843808" y="3408885"/>
            <a:ext cx="502920" cy="119299"/>
          </a:xfrm>
          <a:prstGeom prst="rect">
            <a:avLst/>
          </a:prstGeom>
          <a:solidFill>
            <a:srgbClr val="FFFFFF"/>
          </a:solidFill>
          <a:ln w="6350">
            <a:solidFill>
              <a:srgbClr val="E2E2E2"/>
            </a:solidFill>
            <a:prstDash val="solid"/>
          </a:ln>
        </p:spPr>
      </p:sp>
      <p:sp>
        <p:nvSpPr>
          <p:cNvPr id="154" name="Shape 146"/>
          <p:cNvSpPr/>
          <p:nvPr/>
        </p:nvSpPr>
        <p:spPr>
          <a:xfrm>
            <a:off x="1346728" y="3408885"/>
            <a:ext cx="457200" cy="119299"/>
          </a:xfrm>
          <a:prstGeom prst="rect">
            <a:avLst/>
          </a:prstGeom>
          <a:solidFill>
            <a:srgbClr val="FFFFFF"/>
          </a:solidFill>
          <a:ln w="6350">
            <a:solidFill>
              <a:srgbClr val="E2E2E2"/>
            </a:solidFill>
            <a:prstDash val="solid"/>
          </a:ln>
        </p:spPr>
      </p:sp>
      <p:sp>
        <p:nvSpPr>
          <p:cNvPr id="155" name="Shape 147"/>
          <p:cNvSpPr/>
          <p:nvPr/>
        </p:nvSpPr>
        <p:spPr>
          <a:xfrm>
            <a:off x="1803928" y="3408885"/>
            <a:ext cx="640080" cy="119299"/>
          </a:xfrm>
          <a:prstGeom prst="rect">
            <a:avLst/>
          </a:prstGeom>
          <a:solidFill>
            <a:srgbClr val="FFFFFF"/>
          </a:solidFill>
          <a:ln w="6350">
            <a:solidFill>
              <a:srgbClr val="E2E2E2"/>
            </a:solidFill>
            <a:prstDash val="solid"/>
          </a:ln>
        </p:spPr>
      </p:sp>
      <p:sp>
        <p:nvSpPr>
          <p:cNvPr id="156" name="Shape 148"/>
          <p:cNvSpPr/>
          <p:nvPr/>
        </p:nvSpPr>
        <p:spPr>
          <a:xfrm>
            <a:off x="2444008" y="3408885"/>
            <a:ext cx="457200" cy="119299"/>
          </a:xfrm>
          <a:prstGeom prst="rect">
            <a:avLst/>
          </a:prstGeom>
          <a:solidFill>
            <a:srgbClr val="FFFFFF"/>
          </a:solidFill>
          <a:ln w="6350">
            <a:solidFill>
              <a:srgbClr val="E2E2E2"/>
            </a:solidFill>
            <a:prstDash val="solid"/>
          </a:ln>
        </p:spPr>
      </p:sp>
      <p:sp>
        <p:nvSpPr>
          <p:cNvPr id="157" name="Shape 149"/>
          <p:cNvSpPr/>
          <p:nvPr/>
        </p:nvSpPr>
        <p:spPr>
          <a:xfrm>
            <a:off x="2901208" y="3408885"/>
            <a:ext cx="685800" cy="119299"/>
          </a:xfrm>
          <a:prstGeom prst="rect">
            <a:avLst/>
          </a:prstGeom>
          <a:solidFill>
            <a:srgbClr val="FFFFFF"/>
          </a:solidFill>
          <a:ln w="6350">
            <a:solidFill>
              <a:srgbClr val="E2E2E2"/>
            </a:solidFill>
            <a:prstDash val="solid"/>
          </a:ln>
        </p:spPr>
      </p:sp>
      <p:sp>
        <p:nvSpPr>
          <p:cNvPr id="158" name="Shape 150"/>
          <p:cNvSpPr/>
          <p:nvPr/>
        </p:nvSpPr>
        <p:spPr>
          <a:xfrm>
            <a:off x="3587008" y="3408885"/>
            <a:ext cx="411480" cy="119299"/>
          </a:xfrm>
          <a:prstGeom prst="rect">
            <a:avLst/>
          </a:prstGeom>
          <a:solidFill>
            <a:srgbClr val="FFFFFF"/>
          </a:solidFill>
          <a:ln w="6350">
            <a:solidFill>
              <a:srgbClr val="E2E2E2"/>
            </a:solidFill>
            <a:prstDash val="solid"/>
          </a:ln>
        </p:spPr>
      </p:sp>
      <p:sp>
        <p:nvSpPr>
          <p:cNvPr id="159" name="Shape 151"/>
          <p:cNvSpPr/>
          <p:nvPr/>
        </p:nvSpPr>
        <p:spPr>
          <a:xfrm>
            <a:off x="587776" y="3528185"/>
            <a:ext cx="256032" cy="119299"/>
          </a:xfrm>
          <a:prstGeom prst="rect">
            <a:avLst/>
          </a:prstGeom>
          <a:solidFill>
            <a:srgbClr val="F8F9FA"/>
          </a:solidFill>
          <a:ln w="6350">
            <a:solidFill>
              <a:srgbClr val="DDDDDD"/>
            </a:solidFill>
            <a:prstDash val="solid"/>
          </a:ln>
        </p:spPr>
      </p:sp>
      <p:sp>
        <p:nvSpPr>
          <p:cNvPr id="160" name="Text 15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61" name="Shape 153"/>
          <p:cNvSpPr/>
          <p:nvPr/>
        </p:nvSpPr>
        <p:spPr>
          <a:xfrm>
            <a:off x="843808" y="3528185"/>
            <a:ext cx="502920" cy="119299"/>
          </a:xfrm>
          <a:prstGeom prst="rect">
            <a:avLst/>
          </a:prstGeom>
          <a:solidFill>
            <a:srgbClr val="FFFFFF"/>
          </a:solidFill>
          <a:ln w="6350">
            <a:solidFill>
              <a:srgbClr val="E2E2E2"/>
            </a:solidFill>
            <a:prstDash val="solid"/>
          </a:ln>
        </p:spPr>
      </p:sp>
      <p:sp>
        <p:nvSpPr>
          <p:cNvPr id="162" name="Shape 154"/>
          <p:cNvSpPr/>
          <p:nvPr/>
        </p:nvSpPr>
        <p:spPr>
          <a:xfrm>
            <a:off x="1346728" y="3528185"/>
            <a:ext cx="457200" cy="119299"/>
          </a:xfrm>
          <a:prstGeom prst="rect">
            <a:avLst/>
          </a:prstGeom>
          <a:solidFill>
            <a:srgbClr val="FFFFFF"/>
          </a:solidFill>
          <a:ln w="6350">
            <a:solidFill>
              <a:srgbClr val="E2E2E2"/>
            </a:solidFill>
            <a:prstDash val="solid"/>
          </a:ln>
        </p:spPr>
      </p:sp>
      <p:sp>
        <p:nvSpPr>
          <p:cNvPr id="163" name="Shape 155"/>
          <p:cNvSpPr/>
          <p:nvPr/>
        </p:nvSpPr>
        <p:spPr>
          <a:xfrm>
            <a:off x="1803928" y="3528185"/>
            <a:ext cx="640080" cy="119299"/>
          </a:xfrm>
          <a:prstGeom prst="rect">
            <a:avLst/>
          </a:prstGeom>
          <a:solidFill>
            <a:srgbClr val="FFFFFF"/>
          </a:solidFill>
          <a:ln w="6350">
            <a:solidFill>
              <a:srgbClr val="E2E2E2"/>
            </a:solidFill>
            <a:prstDash val="solid"/>
          </a:ln>
        </p:spPr>
      </p:sp>
      <p:sp>
        <p:nvSpPr>
          <p:cNvPr id="164" name="Shape 156"/>
          <p:cNvSpPr/>
          <p:nvPr/>
        </p:nvSpPr>
        <p:spPr>
          <a:xfrm>
            <a:off x="2444008" y="3528185"/>
            <a:ext cx="457200" cy="119299"/>
          </a:xfrm>
          <a:prstGeom prst="rect">
            <a:avLst/>
          </a:prstGeom>
          <a:solidFill>
            <a:srgbClr val="FFFFFF"/>
          </a:solidFill>
          <a:ln w="6350">
            <a:solidFill>
              <a:srgbClr val="E2E2E2"/>
            </a:solidFill>
            <a:prstDash val="solid"/>
          </a:ln>
        </p:spPr>
      </p:sp>
      <p:sp>
        <p:nvSpPr>
          <p:cNvPr id="165" name="Shape 157"/>
          <p:cNvSpPr/>
          <p:nvPr/>
        </p:nvSpPr>
        <p:spPr>
          <a:xfrm>
            <a:off x="2901208" y="3528185"/>
            <a:ext cx="685800" cy="119299"/>
          </a:xfrm>
          <a:prstGeom prst="rect">
            <a:avLst/>
          </a:prstGeom>
          <a:solidFill>
            <a:srgbClr val="FFFFFF"/>
          </a:solidFill>
          <a:ln w="6350">
            <a:solidFill>
              <a:srgbClr val="E2E2E2"/>
            </a:solidFill>
            <a:prstDash val="solid"/>
          </a:ln>
        </p:spPr>
      </p:sp>
      <p:sp>
        <p:nvSpPr>
          <p:cNvPr id="166" name="Shape 158"/>
          <p:cNvSpPr/>
          <p:nvPr/>
        </p:nvSpPr>
        <p:spPr>
          <a:xfrm>
            <a:off x="3587008" y="3528185"/>
            <a:ext cx="411480" cy="119299"/>
          </a:xfrm>
          <a:prstGeom prst="rect">
            <a:avLst/>
          </a:prstGeom>
          <a:solidFill>
            <a:srgbClr val="FFFFFF"/>
          </a:solidFill>
          <a:ln w="6350">
            <a:solidFill>
              <a:srgbClr val="E2E2E2"/>
            </a:solidFill>
            <a:prstDash val="solid"/>
          </a:ln>
        </p:spPr>
      </p:sp>
      <p:sp>
        <p:nvSpPr>
          <p:cNvPr id="167" name="Shape 159"/>
          <p:cNvSpPr/>
          <p:nvPr/>
        </p:nvSpPr>
        <p:spPr>
          <a:xfrm>
            <a:off x="587776" y="3647484"/>
            <a:ext cx="256032" cy="119299"/>
          </a:xfrm>
          <a:prstGeom prst="rect">
            <a:avLst/>
          </a:prstGeom>
          <a:solidFill>
            <a:srgbClr val="F8F9FA"/>
          </a:solidFill>
          <a:ln w="6350">
            <a:solidFill>
              <a:srgbClr val="DDDDDD"/>
            </a:solidFill>
            <a:prstDash val="solid"/>
          </a:ln>
        </p:spPr>
      </p:sp>
      <p:sp>
        <p:nvSpPr>
          <p:cNvPr id="168" name="Text 16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69" name="Shape 161"/>
          <p:cNvSpPr/>
          <p:nvPr/>
        </p:nvSpPr>
        <p:spPr>
          <a:xfrm>
            <a:off x="843808" y="3647484"/>
            <a:ext cx="502920" cy="119299"/>
          </a:xfrm>
          <a:prstGeom prst="rect">
            <a:avLst/>
          </a:prstGeom>
          <a:solidFill>
            <a:srgbClr val="FFFFFF"/>
          </a:solidFill>
          <a:ln w="6350">
            <a:solidFill>
              <a:srgbClr val="E2E2E2"/>
            </a:solidFill>
            <a:prstDash val="solid"/>
          </a:ln>
        </p:spPr>
      </p:sp>
      <p:sp>
        <p:nvSpPr>
          <p:cNvPr id="170" name="Shape 162"/>
          <p:cNvSpPr/>
          <p:nvPr/>
        </p:nvSpPr>
        <p:spPr>
          <a:xfrm>
            <a:off x="1346728" y="3647484"/>
            <a:ext cx="457200" cy="119299"/>
          </a:xfrm>
          <a:prstGeom prst="rect">
            <a:avLst/>
          </a:prstGeom>
          <a:solidFill>
            <a:srgbClr val="FFFFFF"/>
          </a:solidFill>
          <a:ln w="6350">
            <a:solidFill>
              <a:srgbClr val="E2E2E2"/>
            </a:solidFill>
            <a:prstDash val="solid"/>
          </a:ln>
        </p:spPr>
      </p:sp>
      <p:sp>
        <p:nvSpPr>
          <p:cNvPr id="171" name="Shape 163"/>
          <p:cNvSpPr/>
          <p:nvPr/>
        </p:nvSpPr>
        <p:spPr>
          <a:xfrm>
            <a:off x="1803928" y="3647484"/>
            <a:ext cx="640080" cy="119299"/>
          </a:xfrm>
          <a:prstGeom prst="rect">
            <a:avLst/>
          </a:prstGeom>
          <a:solidFill>
            <a:srgbClr val="FFFFFF"/>
          </a:solidFill>
          <a:ln w="6350">
            <a:solidFill>
              <a:srgbClr val="E2E2E2"/>
            </a:solidFill>
            <a:prstDash val="solid"/>
          </a:ln>
        </p:spPr>
      </p:sp>
      <p:sp>
        <p:nvSpPr>
          <p:cNvPr id="172" name="Shape 164"/>
          <p:cNvSpPr/>
          <p:nvPr/>
        </p:nvSpPr>
        <p:spPr>
          <a:xfrm>
            <a:off x="2444008" y="3647484"/>
            <a:ext cx="457200" cy="119299"/>
          </a:xfrm>
          <a:prstGeom prst="rect">
            <a:avLst/>
          </a:prstGeom>
          <a:solidFill>
            <a:srgbClr val="FFFFFF"/>
          </a:solidFill>
          <a:ln w="6350">
            <a:solidFill>
              <a:srgbClr val="E2E2E2"/>
            </a:solidFill>
            <a:prstDash val="solid"/>
          </a:ln>
        </p:spPr>
      </p:sp>
      <p:sp>
        <p:nvSpPr>
          <p:cNvPr id="173" name="Shape 165"/>
          <p:cNvSpPr/>
          <p:nvPr/>
        </p:nvSpPr>
        <p:spPr>
          <a:xfrm>
            <a:off x="2901208" y="3647484"/>
            <a:ext cx="685800" cy="119299"/>
          </a:xfrm>
          <a:prstGeom prst="rect">
            <a:avLst/>
          </a:prstGeom>
          <a:solidFill>
            <a:srgbClr val="FFFFFF"/>
          </a:solidFill>
          <a:ln w="6350">
            <a:solidFill>
              <a:srgbClr val="E2E2E2"/>
            </a:solidFill>
            <a:prstDash val="solid"/>
          </a:ln>
        </p:spPr>
      </p:sp>
      <p:sp>
        <p:nvSpPr>
          <p:cNvPr id="174" name="Shape 166"/>
          <p:cNvSpPr/>
          <p:nvPr/>
        </p:nvSpPr>
        <p:spPr>
          <a:xfrm>
            <a:off x="3587008" y="3647484"/>
            <a:ext cx="411480" cy="119299"/>
          </a:xfrm>
          <a:prstGeom prst="rect">
            <a:avLst/>
          </a:prstGeom>
          <a:solidFill>
            <a:srgbClr val="FFFFFF"/>
          </a:solidFill>
          <a:ln w="6350">
            <a:solidFill>
              <a:srgbClr val="E2E2E2"/>
            </a:solidFill>
            <a:prstDash val="solid"/>
          </a:ln>
        </p:spPr>
      </p:sp>
      <p:sp>
        <p:nvSpPr>
          <p:cNvPr id="175" name="Shape 167"/>
          <p:cNvSpPr/>
          <p:nvPr/>
        </p:nvSpPr>
        <p:spPr>
          <a:xfrm>
            <a:off x="1803928" y="2812388"/>
            <a:ext cx="1097280" cy="477198"/>
          </a:xfrm>
          <a:prstGeom prst="rect">
            <a:avLst/>
          </a:prstGeom>
          <a:solidFill>
            <a:srgbClr val="1A73E8">
              <a:alpha val="12000"/>
            </a:srgbClr>
          </a:solidFill>
          <a:ln w="19050">
            <a:solidFill>
              <a:srgbClr val="1A73E8"/>
            </a:solidFill>
            <a:prstDash val="solid"/>
          </a:ln>
        </p:spPr>
      </p:sp>
      <p:sp>
        <p:nvSpPr>
          <p:cNvPr id="176" name="Shape 168"/>
          <p:cNvSpPr/>
          <p:nvPr/>
        </p:nvSpPr>
        <p:spPr>
          <a:xfrm>
            <a:off x="587776" y="3794216"/>
            <a:ext cx="4950927" cy="201168"/>
          </a:xfrm>
          <a:prstGeom prst="rect">
            <a:avLst/>
          </a:prstGeom>
          <a:solidFill>
            <a:srgbClr val="F8F9FA"/>
          </a:solidFill>
          <a:ln w="12700">
            <a:solidFill>
              <a:srgbClr val="F8F9FA"/>
            </a:solidFill>
            <a:prstDash val="solid"/>
          </a:ln>
        </p:spPr>
      </p:sp>
      <p:sp>
        <p:nvSpPr>
          <p:cNvPr id="177" name="Text 169"/>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78" name="Text 170"/>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Santri</a:t>
            </a:r>
            <a:endParaRPr lang="en-US" sz="700" dirty="0"/>
          </a:p>
        </p:txBody>
      </p:sp>
      <p:sp>
        <p:nvSpPr>
          <p:cNvPr id="179" name="Shape 171"/>
          <p:cNvSpPr/>
          <p:nvPr/>
        </p:nvSpPr>
        <p:spPr>
          <a:xfrm>
            <a:off x="1913656" y="3794216"/>
            <a:ext cx="731520" cy="201168"/>
          </a:xfrm>
          <a:prstGeom prst="rect">
            <a:avLst/>
          </a:prstGeom>
          <a:solidFill>
            <a:srgbClr val="E1EFFE"/>
          </a:solidFill>
          <a:ln w="12700">
            <a:solidFill>
              <a:srgbClr val="E1EFFE"/>
            </a:solidFill>
            <a:prstDash val="solid"/>
          </a:ln>
        </p:spPr>
      </p:sp>
      <p:sp>
        <p:nvSpPr>
          <p:cNvPr id="180" name="Text 172"/>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Setoran</a:t>
            </a:r>
            <a:endParaRPr lang="en-US" sz="700" dirty="0"/>
          </a:p>
        </p:txBody>
      </p:sp>
      <p:sp>
        <p:nvSpPr>
          <p:cNvPr id="181" name="Shape 173"/>
          <p:cNvSpPr/>
          <p:nvPr/>
        </p:nvSpPr>
        <p:spPr>
          <a:xfrm>
            <a:off x="1785640" y="2794100"/>
            <a:ext cx="1133856" cy="513774"/>
          </a:xfrm>
          <a:prstGeom prst="roundRect">
            <a:avLst>
              <a:gd name="adj" fmla="val 8899"/>
            </a:avLst>
          </a:prstGeom>
          <a:solidFill>
            <a:srgbClr val="FFFFFF">
              <a:alpha val="0"/>
            </a:srgbClr>
          </a:solidFill>
          <a:ln w="31750">
            <a:solidFill>
              <a:srgbClr val="E53935"/>
            </a:solidFill>
            <a:prstDash val="solid"/>
          </a:ln>
        </p:spPr>
      </p:sp>
      <p:sp>
        <p:nvSpPr>
          <p:cNvPr id="182" name="Shape 174"/>
          <p:cNvSpPr/>
          <p:nvPr/>
        </p:nvSpPr>
        <p:spPr>
          <a:xfrm>
            <a:off x="2782336" y="2656940"/>
            <a:ext cx="274320" cy="274320"/>
          </a:xfrm>
          <a:prstGeom prst="ellipse">
            <a:avLst/>
          </a:prstGeom>
          <a:solidFill>
            <a:srgbClr val="E53935"/>
          </a:solidFill>
          <a:ln w="12700">
            <a:solidFill>
              <a:srgbClr val="FFFFFF"/>
            </a:solidFill>
            <a:prstDash val="solid"/>
          </a:ln>
        </p:spPr>
      </p:sp>
      <p:sp>
        <p:nvSpPr>
          <p:cNvPr id="183" name="Text 175"/>
          <p:cNvSpPr txBox="1"/>
          <p:nvPr/>
        </p:nvSpPr>
        <p:spPr>
          <a:xfrm>
            <a:off x="278233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184" name="Image 6" descr="preencoded.png">    </p:cNvPr>
          <p:cNvPicPr>
            <a:picLocks noChangeAspect="1"/>
          </p:cNvPicPr>
          <p:nvPr/>
        </p:nvPicPr>
        <p:blipFill>
          <a:blip r:embed="rId7"/>
          <a:stretch>
            <a:fillRect/>
          </a:stretch>
        </p:blipFill>
        <p:spPr>
          <a:xfrm>
            <a:off x="2407432" y="3074847"/>
            <a:ext cx="237744" cy="237744"/>
          </a:xfrm>
          <a:prstGeom prst="rect">
            <a:avLst/>
          </a:prstGeom>
        </p:spPr>
      </p:pic>
      <p:sp>
        <p:nvSpPr>
          <p:cNvPr id="185" name="Text 17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186" name="Text 17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Salin rumus ke bawah dengan fill handle</a:t>
            </a:r>
            <a:endParaRPr lang="en-US" sz="1800" dirty="0"/>
          </a:p>
        </p:txBody>
      </p:sp>
      <p:sp>
        <p:nvSpPr>
          <p:cNvPr id="187" name="Text 17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C2:D2, seret fill handle ke bawah. Semua nama dan kelas terisi otomatis.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Database_Setoran_Kel3 -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Database_Setoran_Kel3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50292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46728" y="2573789"/>
            <a:ext cx="457200" cy="119299"/>
          </a:xfrm>
          <a:prstGeom prst="rect">
            <a:avLst/>
          </a:prstGeom>
          <a:solidFill>
            <a:srgbClr val="F8F9FA"/>
          </a:solidFill>
          <a:ln w="6350">
            <a:solidFill>
              <a:srgbClr val="DDDDDD"/>
            </a:solidFill>
            <a:prstDash val="solid"/>
          </a:ln>
        </p:spPr>
      </p:sp>
      <p:sp>
        <p:nvSpPr>
          <p:cNvPr id="64" name="Text 56"/>
          <p:cNvSpPr txBox="1"/>
          <p:nvPr/>
        </p:nvSpPr>
        <p:spPr>
          <a:xfrm>
            <a:off x="134672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8039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18039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444008" y="2573789"/>
            <a:ext cx="457200" cy="119299"/>
          </a:xfrm>
          <a:prstGeom prst="rect">
            <a:avLst/>
          </a:prstGeom>
          <a:solidFill>
            <a:srgbClr val="F8F9FA"/>
          </a:solidFill>
          <a:ln w="6350">
            <a:solidFill>
              <a:srgbClr val="DDDDDD"/>
            </a:solidFill>
            <a:prstDash val="solid"/>
          </a:ln>
        </p:spPr>
      </p:sp>
      <p:sp>
        <p:nvSpPr>
          <p:cNvPr id="68" name="Text 60"/>
          <p:cNvSpPr txBox="1"/>
          <p:nvPr/>
        </p:nvSpPr>
        <p:spPr>
          <a:xfrm>
            <a:off x="244400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0120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0120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587008" y="2573789"/>
            <a:ext cx="411480" cy="119299"/>
          </a:xfrm>
          <a:prstGeom prst="rect">
            <a:avLst/>
          </a:prstGeom>
          <a:solidFill>
            <a:srgbClr val="F8F9FA"/>
          </a:solidFill>
          <a:ln w="6350">
            <a:solidFill>
              <a:srgbClr val="DDDDDD"/>
            </a:solidFill>
            <a:prstDash val="solid"/>
          </a:ln>
        </p:spPr>
      </p:sp>
      <p:sp>
        <p:nvSpPr>
          <p:cNvPr id="72" name="Text 64"/>
          <p:cNvSpPr txBox="1"/>
          <p:nvPr/>
        </p:nvSpPr>
        <p:spPr>
          <a:xfrm>
            <a:off x="35870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50292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Tanggal</a:t>
            </a:r>
            <a:endParaRPr lang="en-US" sz="600" dirty="0"/>
          </a:p>
        </p:txBody>
      </p:sp>
      <p:sp>
        <p:nvSpPr>
          <p:cNvPr id="77" name="Shape 69"/>
          <p:cNvSpPr/>
          <p:nvPr/>
        </p:nvSpPr>
        <p:spPr>
          <a:xfrm>
            <a:off x="1346728" y="2693089"/>
            <a:ext cx="457200" cy="119299"/>
          </a:xfrm>
          <a:prstGeom prst="rect">
            <a:avLst/>
          </a:prstGeom>
          <a:solidFill>
            <a:srgbClr val="0F4C3A"/>
          </a:solidFill>
          <a:ln w="6350">
            <a:solidFill>
              <a:srgbClr val="E2E2E2"/>
            </a:solidFill>
            <a:prstDash val="solid"/>
          </a:ln>
        </p:spPr>
      </p:sp>
      <p:sp>
        <p:nvSpPr>
          <p:cNvPr id="78" name="Text 70"/>
          <p:cNvSpPr txBox="1"/>
          <p:nvPr/>
        </p:nvSpPr>
        <p:spPr>
          <a:xfrm>
            <a:off x="137416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9" name="Shape 71"/>
          <p:cNvSpPr/>
          <p:nvPr/>
        </p:nvSpPr>
        <p:spPr>
          <a:xfrm>
            <a:off x="18039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18313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81" name="Shape 73"/>
          <p:cNvSpPr/>
          <p:nvPr/>
        </p:nvSpPr>
        <p:spPr>
          <a:xfrm>
            <a:off x="2444008" y="2693089"/>
            <a:ext cx="457200" cy="119299"/>
          </a:xfrm>
          <a:prstGeom prst="rect">
            <a:avLst/>
          </a:prstGeom>
          <a:solidFill>
            <a:srgbClr val="0F4C3A"/>
          </a:solidFill>
          <a:ln w="6350">
            <a:solidFill>
              <a:srgbClr val="E2E2E2"/>
            </a:solidFill>
            <a:prstDash val="solid"/>
          </a:ln>
        </p:spPr>
      </p:sp>
      <p:sp>
        <p:nvSpPr>
          <p:cNvPr id="82" name="Text 74"/>
          <p:cNvSpPr txBox="1"/>
          <p:nvPr/>
        </p:nvSpPr>
        <p:spPr>
          <a:xfrm>
            <a:off x="247144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3" name="Shape 75"/>
          <p:cNvSpPr/>
          <p:nvPr/>
        </p:nvSpPr>
        <p:spPr>
          <a:xfrm>
            <a:off x="290120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292864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Surat</a:t>
            </a:r>
            <a:endParaRPr lang="en-US" sz="600" dirty="0"/>
          </a:p>
        </p:txBody>
      </p:sp>
      <p:sp>
        <p:nvSpPr>
          <p:cNvPr id="85" name="Shape 77"/>
          <p:cNvSpPr/>
          <p:nvPr/>
        </p:nvSpPr>
        <p:spPr>
          <a:xfrm>
            <a:off x="3587008" y="2693089"/>
            <a:ext cx="411480" cy="119299"/>
          </a:xfrm>
          <a:prstGeom prst="rect">
            <a:avLst/>
          </a:prstGeom>
          <a:solidFill>
            <a:srgbClr val="0F4C3A"/>
          </a:solidFill>
          <a:ln w="6350">
            <a:solidFill>
              <a:srgbClr val="E2E2E2"/>
            </a:solidFill>
            <a:prstDash val="solid"/>
          </a:ln>
        </p:spPr>
      </p:sp>
      <p:sp>
        <p:nvSpPr>
          <p:cNvPr id="86" name="Text 78"/>
          <p:cNvSpPr txBox="1"/>
          <p:nvPr/>
        </p:nvSpPr>
        <p:spPr>
          <a:xfrm>
            <a:off x="36144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Ayat</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50292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91" name="Shape 83"/>
          <p:cNvSpPr/>
          <p:nvPr/>
        </p:nvSpPr>
        <p:spPr>
          <a:xfrm>
            <a:off x="1346728" y="2812388"/>
            <a:ext cx="457200" cy="119299"/>
          </a:xfrm>
          <a:prstGeom prst="rect">
            <a:avLst/>
          </a:prstGeom>
          <a:solidFill>
            <a:srgbClr val="FFFFFF"/>
          </a:solidFill>
          <a:ln w="6350">
            <a:solidFill>
              <a:srgbClr val="E2E2E2"/>
            </a:solidFill>
            <a:prstDash val="solid"/>
          </a:ln>
        </p:spPr>
      </p:sp>
      <p:sp>
        <p:nvSpPr>
          <p:cNvPr id="92" name="Text 84"/>
          <p:cNvSpPr txBox="1"/>
          <p:nvPr/>
        </p:nvSpPr>
        <p:spPr>
          <a:xfrm>
            <a:off x="137416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3" name="Shape 85"/>
          <p:cNvSpPr/>
          <p:nvPr/>
        </p:nvSpPr>
        <p:spPr>
          <a:xfrm>
            <a:off x="18039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1831360" y="28123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5" name="Shape 87"/>
          <p:cNvSpPr/>
          <p:nvPr/>
        </p:nvSpPr>
        <p:spPr>
          <a:xfrm>
            <a:off x="2444008" y="2812388"/>
            <a:ext cx="457200" cy="119299"/>
          </a:xfrm>
          <a:prstGeom prst="rect">
            <a:avLst/>
          </a:prstGeom>
          <a:solidFill>
            <a:srgbClr val="FFFFFF"/>
          </a:solidFill>
          <a:ln w="6350">
            <a:solidFill>
              <a:srgbClr val="E2E2E2"/>
            </a:solidFill>
            <a:prstDash val="solid"/>
          </a:ln>
        </p:spPr>
      </p:sp>
      <p:sp>
        <p:nvSpPr>
          <p:cNvPr id="96" name="Text 88"/>
          <p:cNvSpPr txBox="1"/>
          <p:nvPr/>
        </p:nvSpPr>
        <p:spPr>
          <a:xfrm>
            <a:off x="247144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97" name="Shape 89"/>
          <p:cNvSpPr/>
          <p:nvPr/>
        </p:nvSpPr>
        <p:spPr>
          <a:xfrm>
            <a:off x="290120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292864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An-Naba</a:t>
            </a:r>
            <a:endParaRPr lang="en-US" sz="600" dirty="0"/>
          </a:p>
        </p:txBody>
      </p:sp>
      <p:sp>
        <p:nvSpPr>
          <p:cNvPr id="99" name="Shape 91"/>
          <p:cNvSpPr/>
          <p:nvPr/>
        </p:nvSpPr>
        <p:spPr>
          <a:xfrm>
            <a:off x="3587008" y="2812388"/>
            <a:ext cx="411480" cy="119299"/>
          </a:xfrm>
          <a:prstGeom prst="rect">
            <a:avLst/>
          </a:prstGeom>
          <a:solidFill>
            <a:srgbClr val="FFFFFF"/>
          </a:solidFill>
          <a:ln w="6350">
            <a:solidFill>
              <a:srgbClr val="E2E2E2"/>
            </a:solidFill>
            <a:prstDash val="solid"/>
          </a:ln>
        </p:spPr>
      </p:sp>
      <p:sp>
        <p:nvSpPr>
          <p:cNvPr id="100" name="Text 92"/>
          <p:cNvSpPr txBox="1"/>
          <p:nvPr/>
        </p:nvSpPr>
        <p:spPr>
          <a:xfrm>
            <a:off x="3614440" y="28123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20</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50292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05/02</a:t>
            </a:r>
            <a:endParaRPr lang="en-US" sz="600" dirty="0"/>
          </a:p>
        </p:txBody>
      </p:sp>
      <p:sp>
        <p:nvSpPr>
          <p:cNvPr id="105" name="Shape 97"/>
          <p:cNvSpPr/>
          <p:nvPr/>
        </p:nvSpPr>
        <p:spPr>
          <a:xfrm>
            <a:off x="1346728" y="2931688"/>
            <a:ext cx="457200" cy="119299"/>
          </a:xfrm>
          <a:prstGeom prst="rect">
            <a:avLst/>
          </a:prstGeom>
          <a:solidFill>
            <a:srgbClr val="FFFFFF"/>
          </a:solidFill>
          <a:ln w="6350">
            <a:solidFill>
              <a:srgbClr val="E2E2E2"/>
            </a:solidFill>
            <a:prstDash val="solid"/>
          </a:ln>
        </p:spPr>
      </p:sp>
      <p:sp>
        <p:nvSpPr>
          <p:cNvPr id="106" name="Text 98"/>
          <p:cNvSpPr txBox="1"/>
          <p:nvPr/>
        </p:nvSpPr>
        <p:spPr>
          <a:xfrm>
            <a:off x="1374160" y="29316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07" name="Shape 99"/>
          <p:cNvSpPr/>
          <p:nvPr/>
        </p:nvSpPr>
        <p:spPr>
          <a:xfrm>
            <a:off x="1803928" y="2931688"/>
            <a:ext cx="640080" cy="119299"/>
          </a:xfrm>
          <a:prstGeom prst="rect">
            <a:avLst/>
          </a:prstGeom>
          <a:solidFill>
            <a:srgbClr val="FFFFFF"/>
          </a:solidFill>
          <a:ln w="6350">
            <a:solidFill>
              <a:srgbClr val="E2E2E2"/>
            </a:solidFill>
            <a:prstDash val="solid"/>
          </a:ln>
        </p:spPr>
      </p:sp>
      <p:sp>
        <p:nvSpPr>
          <p:cNvPr id="108" name="Text 100"/>
          <p:cNvSpPr txBox="1"/>
          <p:nvPr/>
        </p:nvSpPr>
        <p:spPr>
          <a:xfrm>
            <a:off x="1831360" y="29316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09" name="Shape 101"/>
          <p:cNvSpPr/>
          <p:nvPr/>
        </p:nvSpPr>
        <p:spPr>
          <a:xfrm>
            <a:off x="2444008" y="2931688"/>
            <a:ext cx="457200" cy="119299"/>
          </a:xfrm>
          <a:prstGeom prst="rect">
            <a:avLst/>
          </a:prstGeom>
          <a:solidFill>
            <a:srgbClr val="FFFFFF"/>
          </a:solidFill>
          <a:ln w="6350">
            <a:solidFill>
              <a:srgbClr val="E2E2E2"/>
            </a:solidFill>
            <a:prstDash val="solid"/>
          </a:ln>
        </p:spPr>
      </p:sp>
      <p:sp>
        <p:nvSpPr>
          <p:cNvPr id="110" name="Text 102"/>
          <p:cNvSpPr txBox="1"/>
          <p:nvPr/>
        </p:nvSpPr>
        <p:spPr>
          <a:xfrm>
            <a:off x="2471440" y="29316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9B</a:t>
            </a:r>
            <a:endParaRPr lang="en-US" sz="600" dirty="0"/>
          </a:p>
        </p:txBody>
      </p:sp>
      <p:sp>
        <p:nvSpPr>
          <p:cNvPr id="111" name="Shape 103"/>
          <p:cNvSpPr/>
          <p:nvPr/>
        </p:nvSpPr>
        <p:spPr>
          <a:xfrm>
            <a:off x="290120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292864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At-Takwir</a:t>
            </a:r>
            <a:endParaRPr lang="en-US" sz="600" dirty="0"/>
          </a:p>
        </p:txBody>
      </p:sp>
      <p:sp>
        <p:nvSpPr>
          <p:cNvPr id="113" name="Shape 105"/>
          <p:cNvSpPr/>
          <p:nvPr/>
        </p:nvSpPr>
        <p:spPr>
          <a:xfrm>
            <a:off x="3587008" y="2931688"/>
            <a:ext cx="411480" cy="119299"/>
          </a:xfrm>
          <a:prstGeom prst="rect">
            <a:avLst/>
          </a:prstGeom>
          <a:solidFill>
            <a:srgbClr val="FFFFFF"/>
          </a:solidFill>
          <a:ln w="6350">
            <a:solidFill>
              <a:srgbClr val="E2E2E2"/>
            </a:solidFill>
            <a:prstDash val="solid"/>
          </a:ln>
        </p:spPr>
      </p:sp>
      <p:sp>
        <p:nvSpPr>
          <p:cNvPr id="114" name="Text 106"/>
          <p:cNvSpPr txBox="1"/>
          <p:nvPr/>
        </p:nvSpPr>
        <p:spPr>
          <a:xfrm>
            <a:off x="3614440" y="29316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12</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502920" cy="119299"/>
          </a:xfrm>
          <a:prstGeom prst="rect">
            <a:avLst/>
          </a:prstGeom>
          <a:solidFill>
            <a:srgbClr val="FFFFFF"/>
          </a:solidFill>
          <a:ln w="6350">
            <a:solidFill>
              <a:srgbClr val="E2E2E2"/>
            </a:solidFill>
            <a:prstDash val="solid"/>
          </a:ln>
        </p:spPr>
      </p:sp>
      <p:sp>
        <p:nvSpPr>
          <p:cNvPr id="118" name="Shape 110"/>
          <p:cNvSpPr/>
          <p:nvPr/>
        </p:nvSpPr>
        <p:spPr>
          <a:xfrm>
            <a:off x="1346728" y="3050987"/>
            <a:ext cx="457200" cy="119299"/>
          </a:xfrm>
          <a:prstGeom prst="rect">
            <a:avLst/>
          </a:prstGeom>
          <a:solidFill>
            <a:srgbClr val="FFFFFF"/>
          </a:solidFill>
          <a:ln w="6350">
            <a:solidFill>
              <a:srgbClr val="E2E2E2"/>
            </a:solidFill>
            <a:prstDash val="solid"/>
          </a:ln>
        </p:spPr>
      </p:sp>
      <p:sp>
        <p:nvSpPr>
          <p:cNvPr id="119" name="Shape 111"/>
          <p:cNvSpPr/>
          <p:nvPr/>
        </p:nvSpPr>
        <p:spPr>
          <a:xfrm>
            <a:off x="1803928" y="3050987"/>
            <a:ext cx="640080" cy="119299"/>
          </a:xfrm>
          <a:prstGeom prst="rect">
            <a:avLst/>
          </a:prstGeom>
          <a:solidFill>
            <a:srgbClr val="FFFFFF"/>
          </a:solidFill>
          <a:ln w="6350">
            <a:solidFill>
              <a:srgbClr val="E2E2E2"/>
            </a:solidFill>
            <a:prstDash val="solid"/>
          </a:ln>
        </p:spPr>
      </p:sp>
      <p:sp>
        <p:nvSpPr>
          <p:cNvPr id="120" name="Shape 112"/>
          <p:cNvSpPr/>
          <p:nvPr/>
        </p:nvSpPr>
        <p:spPr>
          <a:xfrm>
            <a:off x="2444008" y="3050987"/>
            <a:ext cx="457200" cy="119299"/>
          </a:xfrm>
          <a:prstGeom prst="rect">
            <a:avLst/>
          </a:prstGeom>
          <a:solidFill>
            <a:srgbClr val="FFFFFF"/>
          </a:solidFill>
          <a:ln w="6350">
            <a:solidFill>
              <a:srgbClr val="E2E2E2"/>
            </a:solidFill>
            <a:prstDash val="solid"/>
          </a:ln>
        </p:spPr>
      </p:sp>
      <p:sp>
        <p:nvSpPr>
          <p:cNvPr id="121" name="Shape 113"/>
          <p:cNvSpPr/>
          <p:nvPr/>
        </p:nvSpPr>
        <p:spPr>
          <a:xfrm>
            <a:off x="2901208" y="3050987"/>
            <a:ext cx="685800" cy="119299"/>
          </a:xfrm>
          <a:prstGeom prst="rect">
            <a:avLst/>
          </a:prstGeom>
          <a:solidFill>
            <a:srgbClr val="FFFFFF"/>
          </a:solidFill>
          <a:ln w="6350">
            <a:solidFill>
              <a:srgbClr val="E2E2E2"/>
            </a:solidFill>
            <a:prstDash val="solid"/>
          </a:ln>
        </p:spPr>
      </p:sp>
      <p:sp>
        <p:nvSpPr>
          <p:cNvPr id="122" name="Shape 114"/>
          <p:cNvSpPr/>
          <p:nvPr/>
        </p:nvSpPr>
        <p:spPr>
          <a:xfrm>
            <a:off x="3587008" y="3050987"/>
            <a:ext cx="411480" cy="119299"/>
          </a:xfrm>
          <a:prstGeom prst="rect">
            <a:avLst/>
          </a:prstGeom>
          <a:solidFill>
            <a:srgbClr val="FFFFFF"/>
          </a:solidFill>
          <a:ln w="6350">
            <a:solidFill>
              <a:srgbClr val="E2E2E2"/>
            </a:solidFill>
            <a:prstDash val="solid"/>
          </a:ln>
        </p:spPr>
      </p:sp>
      <p:sp>
        <p:nvSpPr>
          <p:cNvPr id="123" name="Shape 115"/>
          <p:cNvSpPr/>
          <p:nvPr/>
        </p:nvSpPr>
        <p:spPr>
          <a:xfrm>
            <a:off x="587776" y="3170287"/>
            <a:ext cx="256032" cy="119299"/>
          </a:xfrm>
          <a:prstGeom prst="rect">
            <a:avLst/>
          </a:prstGeom>
          <a:solidFill>
            <a:srgbClr val="F8F9FA"/>
          </a:solidFill>
          <a:ln w="6350">
            <a:solidFill>
              <a:srgbClr val="DDDDDD"/>
            </a:solidFill>
            <a:prstDash val="solid"/>
          </a:ln>
        </p:spPr>
      </p:sp>
      <p:sp>
        <p:nvSpPr>
          <p:cNvPr id="124" name="Text 116"/>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25" name="Shape 117"/>
          <p:cNvSpPr/>
          <p:nvPr/>
        </p:nvSpPr>
        <p:spPr>
          <a:xfrm>
            <a:off x="843808" y="3170287"/>
            <a:ext cx="502920" cy="119299"/>
          </a:xfrm>
          <a:prstGeom prst="rect">
            <a:avLst/>
          </a:prstGeom>
          <a:solidFill>
            <a:srgbClr val="FFFFFF"/>
          </a:solidFill>
          <a:ln w="6350">
            <a:solidFill>
              <a:srgbClr val="E2E2E2"/>
            </a:solidFill>
            <a:prstDash val="solid"/>
          </a:ln>
        </p:spPr>
      </p:sp>
      <p:sp>
        <p:nvSpPr>
          <p:cNvPr id="126" name="Shape 118"/>
          <p:cNvSpPr/>
          <p:nvPr/>
        </p:nvSpPr>
        <p:spPr>
          <a:xfrm>
            <a:off x="1346728" y="3170287"/>
            <a:ext cx="457200" cy="119299"/>
          </a:xfrm>
          <a:prstGeom prst="rect">
            <a:avLst/>
          </a:prstGeom>
          <a:solidFill>
            <a:srgbClr val="FFFFFF"/>
          </a:solidFill>
          <a:ln w="6350">
            <a:solidFill>
              <a:srgbClr val="E2E2E2"/>
            </a:solidFill>
            <a:prstDash val="solid"/>
          </a:ln>
        </p:spPr>
      </p:sp>
      <p:sp>
        <p:nvSpPr>
          <p:cNvPr id="127" name="Shape 119"/>
          <p:cNvSpPr/>
          <p:nvPr/>
        </p:nvSpPr>
        <p:spPr>
          <a:xfrm>
            <a:off x="1803928" y="3170287"/>
            <a:ext cx="640080" cy="119299"/>
          </a:xfrm>
          <a:prstGeom prst="rect">
            <a:avLst/>
          </a:prstGeom>
          <a:solidFill>
            <a:srgbClr val="FFFFFF"/>
          </a:solidFill>
          <a:ln w="6350">
            <a:solidFill>
              <a:srgbClr val="E2E2E2"/>
            </a:solidFill>
            <a:prstDash val="solid"/>
          </a:ln>
        </p:spPr>
      </p:sp>
      <p:sp>
        <p:nvSpPr>
          <p:cNvPr id="128" name="Shape 120"/>
          <p:cNvSpPr/>
          <p:nvPr/>
        </p:nvSpPr>
        <p:spPr>
          <a:xfrm>
            <a:off x="2444008" y="3170287"/>
            <a:ext cx="457200" cy="119299"/>
          </a:xfrm>
          <a:prstGeom prst="rect">
            <a:avLst/>
          </a:prstGeom>
          <a:solidFill>
            <a:srgbClr val="FFFFFF"/>
          </a:solidFill>
          <a:ln w="6350">
            <a:solidFill>
              <a:srgbClr val="E2E2E2"/>
            </a:solidFill>
            <a:prstDash val="solid"/>
          </a:ln>
        </p:spPr>
      </p:sp>
      <p:sp>
        <p:nvSpPr>
          <p:cNvPr id="129" name="Shape 121"/>
          <p:cNvSpPr/>
          <p:nvPr/>
        </p:nvSpPr>
        <p:spPr>
          <a:xfrm>
            <a:off x="2901208" y="3170287"/>
            <a:ext cx="685800" cy="119299"/>
          </a:xfrm>
          <a:prstGeom prst="rect">
            <a:avLst/>
          </a:prstGeom>
          <a:solidFill>
            <a:srgbClr val="FFFFFF"/>
          </a:solidFill>
          <a:ln w="6350">
            <a:solidFill>
              <a:srgbClr val="E2E2E2"/>
            </a:solidFill>
            <a:prstDash val="solid"/>
          </a:ln>
        </p:spPr>
      </p:sp>
      <p:sp>
        <p:nvSpPr>
          <p:cNvPr id="130" name="Shape 122"/>
          <p:cNvSpPr/>
          <p:nvPr/>
        </p:nvSpPr>
        <p:spPr>
          <a:xfrm>
            <a:off x="3587008" y="3170287"/>
            <a:ext cx="411480" cy="119299"/>
          </a:xfrm>
          <a:prstGeom prst="rect">
            <a:avLst/>
          </a:prstGeom>
          <a:solidFill>
            <a:srgbClr val="FFFFFF"/>
          </a:solidFill>
          <a:ln w="6350">
            <a:solidFill>
              <a:srgbClr val="E2E2E2"/>
            </a:solidFill>
            <a:prstDash val="solid"/>
          </a:ln>
        </p:spPr>
      </p:sp>
      <p:sp>
        <p:nvSpPr>
          <p:cNvPr id="131" name="Shape 123"/>
          <p:cNvSpPr/>
          <p:nvPr/>
        </p:nvSpPr>
        <p:spPr>
          <a:xfrm>
            <a:off x="587776" y="3289586"/>
            <a:ext cx="256032" cy="119299"/>
          </a:xfrm>
          <a:prstGeom prst="rect">
            <a:avLst/>
          </a:prstGeom>
          <a:solidFill>
            <a:srgbClr val="F8F9FA"/>
          </a:solidFill>
          <a:ln w="6350">
            <a:solidFill>
              <a:srgbClr val="DDDDDD"/>
            </a:solidFill>
            <a:prstDash val="solid"/>
          </a:ln>
        </p:spPr>
      </p:sp>
      <p:sp>
        <p:nvSpPr>
          <p:cNvPr id="132" name="Text 124"/>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33" name="Shape 125"/>
          <p:cNvSpPr/>
          <p:nvPr/>
        </p:nvSpPr>
        <p:spPr>
          <a:xfrm>
            <a:off x="843808" y="3289586"/>
            <a:ext cx="502920" cy="119299"/>
          </a:xfrm>
          <a:prstGeom prst="rect">
            <a:avLst/>
          </a:prstGeom>
          <a:solidFill>
            <a:srgbClr val="FFFFFF"/>
          </a:solidFill>
          <a:ln w="6350">
            <a:solidFill>
              <a:srgbClr val="E2E2E2"/>
            </a:solidFill>
            <a:prstDash val="solid"/>
          </a:ln>
        </p:spPr>
      </p:sp>
      <p:sp>
        <p:nvSpPr>
          <p:cNvPr id="134" name="Shape 126"/>
          <p:cNvSpPr/>
          <p:nvPr/>
        </p:nvSpPr>
        <p:spPr>
          <a:xfrm>
            <a:off x="1346728" y="3289586"/>
            <a:ext cx="457200" cy="119299"/>
          </a:xfrm>
          <a:prstGeom prst="rect">
            <a:avLst/>
          </a:prstGeom>
          <a:solidFill>
            <a:srgbClr val="FFFFFF"/>
          </a:solidFill>
          <a:ln w="6350">
            <a:solidFill>
              <a:srgbClr val="E2E2E2"/>
            </a:solidFill>
            <a:prstDash val="solid"/>
          </a:ln>
        </p:spPr>
      </p:sp>
      <p:sp>
        <p:nvSpPr>
          <p:cNvPr id="135" name="Shape 127"/>
          <p:cNvSpPr/>
          <p:nvPr/>
        </p:nvSpPr>
        <p:spPr>
          <a:xfrm>
            <a:off x="1803928" y="3289586"/>
            <a:ext cx="640080" cy="119299"/>
          </a:xfrm>
          <a:prstGeom prst="rect">
            <a:avLst/>
          </a:prstGeom>
          <a:solidFill>
            <a:srgbClr val="FFFFFF"/>
          </a:solidFill>
          <a:ln w="6350">
            <a:solidFill>
              <a:srgbClr val="E2E2E2"/>
            </a:solidFill>
            <a:prstDash val="solid"/>
          </a:ln>
        </p:spPr>
      </p:sp>
      <p:sp>
        <p:nvSpPr>
          <p:cNvPr id="136" name="Shape 128"/>
          <p:cNvSpPr/>
          <p:nvPr/>
        </p:nvSpPr>
        <p:spPr>
          <a:xfrm>
            <a:off x="2444008" y="3289586"/>
            <a:ext cx="457200" cy="119299"/>
          </a:xfrm>
          <a:prstGeom prst="rect">
            <a:avLst/>
          </a:prstGeom>
          <a:solidFill>
            <a:srgbClr val="FFFFFF"/>
          </a:solidFill>
          <a:ln w="6350">
            <a:solidFill>
              <a:srgbClr val="E2E2E2"/>
            </a:solidFill>
            <a:prstDash val="solid"/>
          </a:ln>
        </p:spPr>
      </p:sp>
      <p:sp>
        <p:nvSpPr>
          <p:cNvPr id="137" name="Shape 129"/>
          <p:cNvSpPr/>
          <p:nvPr/>
        </p:nvSpPr>
        <p:spPr>
          <a:xfrm>
            <a:off x="2901208" y="3289586"/>
            <a:ext cx="685800" cy="119299"/>
          </a:xfrm>
          <a:prstGeom prst="rect">
            <a:avLst/>
          </a:prstGeom>
          <a:solidFill>
            <a:srgbClr val="FFFFFF"/>
          </a:solidFill>
          <a:ln w="6350">
            <a:solidFill>
              <a:srgbClr val="E2E2E2"/>
            </a:solidFill>
            <a:prstDash val="solid"/>
          </a:ln>
        </p:spPr>
      </p:sp>
      <p:sp>
        <p:nvSpPr>
          <p:cNvPr id="138" name="Shape 130"/>
          <p:cNvSpPr/>
          <p:nvPr/>
        </p:nvSpPr>
        <p:spPr>
          <a:xfrm>
            <a:off x="3587008" y="3289586"/>
            <a:ext cx="411480" cy="119299"/>
          </a:xfrm>
          <a:prstGeom prst="rect">
            <a:avLst/>
          </a:prstGeom>
          <a:solidFill>
            <a:srgbClr val="FFFFFF"/>
          </a:solidFill>
          <a:ln w="6350">
            <a:solidFill>
              <a:srgbClr val="E2E2E2"/>
            </a:solidFill>
            <a:prstDash val="solid"/>
          </a:ln>
        </p:spPr>
      </p:sp>
      <p:sp>
        <p:nvSpPr>
          <p:cNvPr id="139" name="Shape 131"/>
          <p:cNvSpPr/>
          <p:nvPr/>
        </p:nvSpPr>
        <p:spPr>
          <a:xfrm>
            <a:off x="587776" y="3408885"/>
            <a:ext cx="256032" cy="119299"/>
          </a:xfrm>
          <a:prstGeom prst="rect">
            <a:avLst/>
          </a:prstGeom>
          <a:solidFill>
            <a:srgbClr val="F8F9FA"/>
          </a:solidFill>
          <a:ln w="6350">
            <a:solidFill>
              <a:srgbClr val="DDDDDD"/>
            </a:solidFill>
            <a:prstDash val="solid"/>
          </a:ln>
        </p:spPr>
      </p:sp>
      <p:sp>
        <p:nvSpPr>
          <p:cNvPr id="140" name="Text 132"/>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41" name="Shape 133"/>
          <p:cNvSpPr/>
          <p:nvPr/>
        </p:nvSpPr>
        <p:spPr>
          <a:xfrm>
            <a:off x="843808" y="3408885"/>
            <a:ext cx="502920" cy="119299"/>
          </a:xfrm>
          <a:prstGeom prst="rect">
            <a:avLst/>
          </a:prstGeom>
          <a:solidFill>
            <a:srgbClr val="FFFFFF"/>
          </a:solidFill>
          <a:ln w="6350">
            <a:solidFill>
              <a:srgbClr val="E2E2E2"/>
            </a:solidFill>
            <a:prstDash val="solid"/>
          </a:ln>
        </p:spPr>
      </p:sp>
      <p:sp>
        <p:nvSpPr>
          <p:cNvPr id="142" name="Shape 134"/>
          <p:cNvSpPr/>
          <p:nvPr/>
        </p:nvSpPr>
        <p:spPr>
          <a:xfrm>
            <a:off x="1346728" y="3408885"/>
            <a:ext cx="457200" cy="119299"/>
          </a:xfrm>
          <a:prstGeom prst="rect">
            <a:avLst/>
          </a:prstGeom>
          <a:solidFill>
            <a:srgbClr val="FFFFFF"/>
          </a:solidFill>
          <a:ln w="6350">
            <a:solidFill>
              <a:srgbClr val="E2E2E2"/>
            </a:solidFill>
            <a:prstDash val="solid"/>
          </a:ln>
        </p:spPr>
      </p:sp>
      <p:sp>
        <p:nvSpPr>
          <p:cNvPr id="143" name="Shape 135"/>
          <p:cNvSpPr/>
          <p:nvPr/>
        </p:nvSpPr>
        <p:spPr>
          <a:xfrm>
            <a:off x="1803928" y="3408885"/>
            <a:ext cx="640080" cy="119299"/>
          </a:xfrm>
          <a:prstGeom prst="rect">
            <a:avLst/>
          </a:prstGeom>
          <a:solidFill>
            <a:srgbClr val="FFFFFF"/>
          </a:solidFill>
          <a:ln w="6350">
            <a:solidFill>
              <a:srgbClr val="E2E2E2"/>
            </a:solidFill>
            <a:prstDash val="solid"/>
          </a:ln>
        </p:spPr>
      </p:sp>
      <p:sp>
        <p:nvSpPr>
          <p:cNvPr id="144" name="Shape 136"/>
          <p:cNvSpPr/>
          <p:nvPr/>
        </p:nvSpPr>
        <p:spPr>
          <a:xfrm>
            <a:off x="2444008" y="3408885"/>
            <a:ext cx="457200" cy="119299"/>
          </a:xfrm>
          <a:prstGeom prst="rect">
            <a:avLst/>
          </a:prstGeom>
          <a:solidFill>
            <a:srgbClr val="FFFFFF"/>
          </a:solidFill>
          <a:ln w="6350">
            <a:solidFill>
              <a:srgbClr val="E2E2E2"/>
            </a:solidFill>
            <a:prstDash val="solid"/>
          </a:ln>
        </p:spPr>
      </p:sp>
      <p:sp>
        <p:nvSpPr>
          <p:cNvPr id="145" name="Shape 137"/>
          <p:cNvSpPr/>
          <p:nvPr/>
        </p:nvSpPr>
        <p:spPr>
          <a:xfrm>
            <a:off x="2901208" y="3408885"/>
            <a:ext cx="685800" cy="119299"/>
          </a:xfrm>
          <a:prstGeom prst="rect">
            <a:avLst/>
          </a:prstGeom>
          <a:solidFill>
            <a:srgbClr val="FFFFFF"/>
          </a:solidFill>
          <a:ln w="6350">
            <a:solidFill>
              <a:srgbClr val="E2E2E2"/>
            </a:solidFill>
            <a:prstDash val="solid"/>
          </a:ln>
        </p:spPr>
      </p:sp>
      <p:sp>
        <p:nvSpPr>
          <p:cNvPr id="146" name="Shape 138"/>
          <p:cNvSpPr/>
          <p:nvPr/>
        </p:nvSpPr>
        <p:spPr>
          <a:xfrm>
            <a:off x="3587008" y="3408885"/>
            <a:ext cx="411480" cy="119299"/>
          </a:xfrm>
          <a:prstGeom prst="rect">
            <a:avLst/>
          </a:prstGeom>
          <a:solidFill>
            <a:srgbClr val="FFFFFF"/>
          </a:solidFill>
          <a:ln w="6350">
            <a:solidFill>
              <a:srgbClr val="E2E2E2"/>
            </a:solidFill>
            <a:prstDash val="solid"/>
          </a:ln>
        </p:spPr>
      </p:sp>
      <p:sp>
        <p:nvSpPr>
          <p:cNvPr id="147" name="Shape 139"/>
          <p:cNvSpPr/>
          <p:nvPr/>
        </p:nvSpPr>
        <p:spPr>
          <a:xfrm>
            <a:off x="587776" y="3528185"/>
            <a:ext cx="256032" cy="119299"/>
          </a:xfrm>
          <a:prstGeom prst="rect">
            <a:avLst/>
          </a:prstGeom>
          <a:solidFill>
            <a:srgbClr val="F8F9FA"/>
          </a:solidFill>
          <a:ln w="6350">
            <a:solidFill>
              <a:srgbClr val="DDDDDD"/>
            </a:solidFill>
            <a:prstDash val="solid"/>
          </a:ln>
        </p:spPr>
      </p:sp>
      <p:sp>
        <p:nvSpPr>
          <p:cNvPr id="148" name="Text 140"/>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49" name="Shape 141"/>
          <p:cNvSpPr/>
          <p:nvPr/>
        </p:nvSpPr>
        <p:spPr>
          <a:xfrm>
            <a:off x="843808" y="3528185"/>
            <a:ext cx="502920" cy="119299"/>
          </a:xfrm>
          <a:prstGeom prst="rect">
            <a:avLst/>
          </a:prstGeom>
          <a:solidFill>
            <a:srgbClr val="FFFFFF"/>
          </a:solidFill>
          <a:ln w="6350">
            <a:solidFill>
              <a:srgbClr val="E2E2E2"/>
            </a:solidFill>
            <a:prstDash val="solid"/>
          </a:ln>
        </p:spPr>
      </p:sp>
      <p:sp>
        <p:nvSpPr>
          <p:cNvPr id="150" name="Shape 142"/>
          <p:cNvSpPr/>
          <p:nvPr/>
        </p:nvSpPr>
        <p:spPr>
          <a:xfrm>
            <a:off x="1346728" y="3528185"/>
            <a:ext cx="457200" cy="119299"/>
          </a:xfrm>
          <a:prstGeom prst="rect">
            <a:avLst/>
          </a:prstGeom>
          <a:solidFill>
            <a:srgbClr val="FFFFFF"/>
          </a:solidFill>
          <a:ln w="6350">
            <a:solidFill>
              <a:srgbClr val="E2E2E2"/>
            </a:solidFill>
            <a:prstDash val="solid"/>
          </a:ln>
        </p:spPr>
      </p:sp>
      <p:sp>
        <p:nvSpPr>
          <p:cNvPr id="151" name="Shape 143"/>
          <p:cNvSpPr/>
          <p:nvPr/>
        </p:nvSpPr>
        <p:spPr>
          <a:xfrm>
            <a:off x="1803928" y="3528185"/>
            <a:ext cx="640080" cy="119299"/>
          </a:xfrm>
          <a:prstGeom prst="rect">
            <a:avLst/>
          </a:prstGeom>
          <a:solidFill>
            <a:srgbClr val="FFFFFF"/>
          </a:solidFill>
          <a:ln w="6350">
            <a:solidFill>
              <a:srgbClr val="E2E2E2"/>
            </a:solidFill>
            <a:prstDash val="solid"/>
          </a:ln>
        </p:spPr>
      </p:sp>
      <p:sp>
        <p:nvSpPr>
          <p:cNvPr id="152" name="Shape 144"/>
          <p:cNvSpPr/>
          <p:nvPr/>
        </p:nvSpPr>
        <p:spPr>
          <a:xfrm>
            <a:off x="2444008" y="3528185"/>
            <a:ext cx="457200" cy="119299"/>
          </a:xfrm>
          <a:prstGeom prst="rect">
            <a:avLst/>
          </a:prstGeom>
          <a:solidFill>
            <a:srgbClr val="FFFFFF"/>
          </a:solidFill>
          <a:ln w="6350">
            <a:solidFill>
              <a:srgbClr val="E2E2E2"/>
            </a:solidFill>
            <a:prstDash val="solid"/>
          </a:ln>
        </p:spPr>
      </p:sp>
      <p:sp>
        <p:nvSpPr>
          <p:cNvPr id="153" name="Shape 145"/>
          <p:cNvSpPr/>
          <p:nvPr/>
        </p:nvSpPr>
        <p:spPr>
          <a:xfrm>
            <a:off x="2901208" y="3528185"/>
            <a:ext cx="685800" cy="119299"/>
          </a:xfrm>
          <a:prstGeom prst="rect">
            <a:avLst/>
          </a:prstGeom>
          <a:solidFill>
            <a:srgbClr val="FFFFFF"/>
          </a:solidFill>
          <a:ln w="6350">
            <a:solidFill>
              <a:srgbClr val="E2E2E2"/>
            </a:solidFill>
            <a:prstDash val="solid"/>
          </a:ln>
        </p:spPr>
      </p:sp>
      <p:sp>
        <p:nvSpPr>
          <p:cNvPr id="154" name="Shape 146"/>
          <p:cNvSpPr/>
          <p:nvPr/>
        </p:nvSpPr>
        <p:spPr>
          <a:xfrm>
            <a:off x="3587008" y="3528185"/>
            <a:ext cx="411480" cy="119299"/>
          </a:xfrm>
          <a:prstGeom prst="rect">
            <a:avLst/>
          </a:prstGeom>
          <a:solidFill>
            <a:srgbClr val="FFFFFF"/>
          </a:solidFill>
          <a:ln w="6350">
            <a:solidFill>
              <a:srgbClr val="E2E2E2"/>
            </a:solidFill>
            <a:prstDash val="solid"/>
          </a:ln>
        </p:spPr>
      </p:sp>
      <p:sp>
        <p:nvSpPr>
          <p:cNvPr id="155" name="Shape 147"/>
          <p:cNvSpPr/>
          <p:nvPr/>
        </p:nvSpPr>
        <p:spPr>
          <a:xfrm>
            <a:off x="587776" y="3647484"/>
            <a:ext cx="256032" cy="119299"/>
          </a:xfrm>
          <a:prstGeom prst="rect">
            <a:avLst/>
          </a:prstGeom>
          <a:solidFill>
            <a:srgbClr val="F8F9FA"/>
          </a:solidFill>
          <a:ln w="6350">
            <a:solidFill>
              <a:srgbClr val="DDDDDD"/>
            </a:solidFill>
            <a:prstDash val="solid"/>
          </a:ln>
        </p:spPr>
      </p:sp>
      <p:sp>
        <p:nvSpPr>
          <p:cNvPr id="156" name="Text 14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57" name="Shape 149"/>
          <p:cNvSpPr/>
          <p:nvPr/>
        </p:nvSpPr>
        <p:spPr>
          <a:xfrm>
            <a:off x="843808" y="3647484"/>
            <a:ext cx="502920" cy="119299"/>
          </a:xfrm>
          <a:prstGeom prst="rect">
            <a:avLst/>
          </a:prstGeom>
          <a:solidFill>
            <a:srgbClr val="FFFFFF"/>
          </a:solidFill>
          <a:ln w="6350">
            <a:solidFill>
              <a:srgbClr val="E2E2E2"/>
            </a:solidFill>
            <a:prstDash val="solid"/>
          </a:ln>
        </p:spPr>
      </p:sp>
      <p:sp>
        <p:nvSpPr>
          <p:cNvPr id="158" name="Shape 150"/>
          <p:cNvSpPr/>
          <p:nvPr/>
        </p:nvSpPr>
        <p:spPr>
          <a:xfrm>
            <a:off x="1346728" y="3647484"/>
            <a:ext cx="457200" cy="119299"/>
          </a:xfrm>
          <a:prstGeom prst="rect">
            <a:avLst/>
          </a:prstGeom>
          <a:solidFill>
            <a:srgbClr val="FFFFFF"/>
          </a:solidFill>
          <a:ln w="6350">
            <a:solidFill>
              <a:srgbClr val="E2E2E2"/>
            </a:solidFill>
            <a:prstDash val="solid"/>
          </a:ln>
        </p:spPr>
      </p:sp>
      <p:sp>
        <p:nvSpPr>
          <p:cNvPr id="159" name="Shape 151"/>
          <p:cNvSpPr/>
          <p:nvPr/>
        </p:nvSpPr>
        <p:spPr>
          <a:xfrm>
            <a:off x="1803928" y="3647484"/>
            <a:ext cx="640080" cy="119299"/>
          </a:xfrm>
          <a:prstGeom prst="rect">
            <a:avLst/>
          </a:prstGeom>
          <a:solidFill>
            <a:srgbClr val="FFFFFF"/>
          </a:solidFill>
          <a:ln w="6350">
            <a:solidFill>
              <a:srgbClr val="E2E2E2"/>
            </a:solidFill>
            <a:prstDash val="solid"/>
          </a:ln>
        </p:spPr>
      </p:sp>
      <p:sp>
        <p:nvSpPr>
          <p:cNvPr id="160" name="Shape 152"/>
          <p:cNvSpPr/>
          <p:nvPr/>
        </p:nvSpPr>
        <p:spPr>
          <a:xfrm>
            <a:off x="2444008" y="3647484"/>
            <a:ext cx="457200" cy="119299"/>
          </a:xfrm>
          <a:prstGeom prst="rect">
            <a:avLst/>
          </a:prstGeom>
          <a:solidFill>
            <a:srgbClr val="FFFFFF"/>
          </a:solidFill>
          <a:ln w="6350">
            <a:solidFill>
              <a:srgbClr val="E2E2E2"/>
            </a:solidFill>
            <a:prstDash val="solid"/>
          </a:ln>
        </p:spPr>
      </p:sp>
      <p:sp>
        <p:nvSpPr>
          <p:cNvPr id="161" name="Shape 153"/>
          <p:cNvSpPr/>
          <p:nvPr/>
        </p:nvSpPr>
        <p:spPr>
          <a:xfrm>
            <a:off x="2901208" y="3647484"/>
            <a:ext cx="685800" cy="119299"/>
          </a:xfrm>
          <a:prstGeom prst="rect">
            <a:avLst/>
          </a:prstGeom>
          <a:solidFill>
            <a:srgbClr val="FFFFFF"/>
          </a:solidFill>
          <a:ln w="6350">
            <a:solidFill>
              <a:srgbClr val="E2E2E2"/>
            </a:solidFill>
            <a:prstDash val="solid"/>
          </a:ln>
        </p:spPr>
      </p:sp>
      <p:sp>
        <p:nvSpPr>
          <p:cNvPr id="162" name="Shape 154"/>
          <p:cNvSpPr/>
          <p:nvPr/>
        </p:nvSpPr>
        <p:spPr>
          <a:xfrm>
            <a:off x="3587008" y="3647484"/>
            <a:ext cx="411480" cy="119299"/>
          </a:xfrm>
          <a:prstGeom prst="rect">
            <a:avLst/>
          </a:prstGeom>
          <a:solidFill>
            <a:srgbClr val="FFFFFF"/>
          </a:solidFill>
          <a:ln w="6350">
            <a:solidFill>
              <a:srgbClr val="E2E2E2"/>
            </a:solidFill>
            <a:prstDash val="solid"/>
          </a:ln>
        </p:spPr>
      </p:sp>
      <p:sp>
        <p:nvSpPr>
          <p:cNvPr id="163" name="Shape 155"/>
          <p:cNvSpPr/>
          <p:nvPr/>
        </p:nvSpPr>
        <p:spPr>
          <a:xfrm>
            <a:off x="1346728" y="2931688"/>
            <a:ext cx="457200" cy="119299"/>
          </a:xfrm>
          <a:prstGeom prst="rect">
            <a:avLst/>
          </a:prstGeom>
          <a:solidFill>
            <a:srgbClr val="1A73E8">
              <a:alpha val="12000"/>
            </a:srgbClr>
          </a:solidFill>
          <a:ln w="19050">
            <a:solidFill>
              <a:srgbClr val="1A73E8"/>
            </a:solidFill>
            <a:prstDash val="solid"/>
          </a:ln>
        </p:spPr>
      </p:sp>
      <p:sp>
        <p:nvSpPr>
          <p:cNvPr id="164" name="Shape 156"/>
          <p:cNvSpPr/>
          <p:nvPr/>
        </p:nvSpPr>
        <p:spPr>
          <a:xfrm>
            <a:off x="587776" y="3794216"/>
            <a:ext cx="4950927" cy="201168"/>
          </a:xfrm>
          <a:prstGeom prst="rect">
            <a:avLst/>
          </a:prstGeom>
          <a:solidFill>
            <a:srgbClr val="F8F9FA"/>
          </a:solidFill>
          <a:ln w="12700">
            <a:solidFill>
              <a:srgbClr val="F8F9FA"/>
            </a:solidFill>
            <a:prstDash val="solid"/>
          </a:ln>
        </p:spPr>
      </p:sp>
      <p:sp>
        <p:nvSpPr>
          <p:cNvPr id="165" name="Text 157"/>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66" name="Text 158"/>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Santri</a:t>
            </a:r>
            <a:endParaRPr lang="en-US" sz="700" dirty="0"/>
          </a:p>
        </p:txBody>
      </p:sp>
      <p:sp>
        <p:nvSpPr>
          <p:cNvPr id="167" name="Shape 159"/>
          <p:cNvSpPr/>
          <p:nvPr/>
        </p:nvSpPr>
        <p:spPr>
          <a:xfrm>
            <a:off x="1913656" y="3794216"/>
            <a:ext cx="731520" cy="201168"/>
          </a:xfrm>
          <a:prstGeom prst="rect">
            <a:avLst/>
          </a:prstGeom>
          <a:solidFill>
            <a:srgbClr val="E1EFFE"/>
          </a:solidFill>
          <a:ln w="12700">
            <a:solidFill>
              <a:srgbClr val="E1EFFE"/>
            </a:solidFill>
            <a:prstDash val="solid"/>
          </a:ln>
        </p:spPr>
      </p:sp>
      <p:sp>
        <p:nvSpPr>
          <p:cNvPr id="168" name="Text 16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Setoran</a:t>
            </a:r>
            <a:endParaRPr lang="en-US" sz="700" dirty="0"/>
          </a:p>
        </p:txBody>
      </p:sp>
      <p:sp>
        <p:nvSpPr>
          <p:cNvPr id="169" name="Shape 161"/>
          <p:cNvSpPr/>
          <p:nvPr/>
        </p:nvSpPr>
        <p:spPr>
          <a:xfrm>
            <a:off x="1346728" y="3050987"/>
            <a:ext cx="548640" cy="859536"/>
          </a:xfrm>
          <a:prstGeom prst="rect">
            <a:avLst/>
          </a:prstGeom>
          <a:solidFill>
            <a:srgbClr val="FFFFFF"/>
          </a:solidFill>
          <a:ln w="9525">
            <a:solidFill>
              <a:srgbClr val="AAAAAA"/>
            </a:solidFill>
            <a:prstDash val="solid"/>
          </a:ln>
        </p:spPr>
      </p:sp>
      <p:sp>
        <p:nvSpPr>
          <p:cNvPr id="170" name="Text 162"/>
          <p:cNvSpPr txBox="1"/>
          <p:nvPr/>
        </p:nvSpPr>
        <p:spPr>
          <a:xfrm>
            <a:off x="1456456" y="3078419"/>
            <a:ext cx="3840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S001</a:t>
            </a:r>
            <a:endParaRPr lang="en-US" sz="800" dirty="0"/>
          </a:p>
        </p:txBody>
      </p:sp>
      <p:sp>
        <p:nvSpPr>
          <p:cNvPr id="171" name="Text 163"/>
          <p:cNvSpPr txBox="1"/>
          <p:nvPr/>
        </p:nvSpPr>
        <p:spPr>
          <a:xfrm>
            <a:off x="1456456" y="3279587"/>
            <a:ext cx="3840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S002</a:t>
            </a:r>
            <a:endParaRPr lang="en-US" sz="800" dirty="0"/>
          </a:p>
        </p:txBody>
      </p:sp>
      <p:sp>
        <p:nvSpPr>
          <p:cNvPr id="172" name="Text 164"/>
          <p:cNvSpPr txBox="1"/>
          <p:nvPr/>
        </p:nvSpPr>
        <p:spPr>
          <a:xfrm>
            <a:off x="1456456" y="3480755"/>
            <a:ext cx="3840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S003</a:t>
            </a:r>
            <a:endParaRPr lang="en-US" sz="800" dirty="0"/>
          </a:p>
        </p:txBody>
      </p:sp>
      <p:sp>
        <p:nvSpPr>
          <p:cNvPr id="173" name="Text 165"/>
          <p:cNvSpPr txBox="1"/>
          <p:nvPr/>
        </p:nvSpPr>
        <p:spPr>
          <a:xfrm>
            <a:off x="1456456" y="3681923"/>
            <a:ext cx="3840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S004</a:t>
            </a:r>
            <a:endParaRPr lang="en-US" sz="800" dirty="0"/>
          </a:p>
        </p:txBody>
      </p:sp>
      <p:sp>
        <p:nvSpPr>
          <p:cNvPr id="174" name="Shape 166"/>
          <p:cNvSpPr/>
          <p:nvPr/>
        </p:nvSpPr>
        <p:spPr>
          <a:xfrm>
            <a:off x="1319296" y="2904256"/>
            <a:ext cx="512064" cy="174163"/>
          </a:xfrm>
          <a:prstGeom prst="roundRect">
            <a:avLst>
              <a:gd name="adj" fmla="val 26251"/>
            </a:avLst>
          </a:prstGeom>
          <a:solidFill>
            <a:srgbClr val="FFFFFF">
              <a:alpha val="0"/>
            </a:srgbClr>
          </a:solidFill>
          <a:ln w="31750">
            <a:solidFill>
              <a:srgbClr val="E53935"/>
            </a:solidFill>
            <a:prstDash val="solid"/>
          </a:ln>
        </p:spPr>
      </p:sp>
      <p:sp>
        <p:nvSpPr>
          <p:cNvPr id="175" name="Shape 167"/>
          <p:cNvSpPr/>
          <p:nvPr/>
        </p:nvSpPr>
        <p:spPr>
          <a:xfrm>
            <a:off x="1694200" y="2767096"/>
            <a:ext cx="274320" cy="274320"/>
          </a:xfrm>
          <a:prstGeom prst="ellipse">
            <a:avLst/>
          </a:prstGeom>
          <a:solidFill>
            <a:srgbClr val="E53935"/>
          </a:solidFill>
          <a:ln w="12700">
            <a:solidFill>
              <a:srgbClr val="FFFFFF"/>
            </a:solidFill>
            <a:prstDash val="solid"/>
          </a:ln>
        </p:spPr>
      </p:sp>
      <p:sp>
        <p:nvSpPr>
          <p:cNvPr id="176" name="Text 168"/>
          <p:cNvSpPr txBox="1"/>
          <p:nvPr/>
        </p:nvSpPr>
        <p:spPr>
          <a:xfrm>
            <a:off x="1694200" y="27670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177" name="Image 6" descr="preencoded.png">    </p:cNvPr>
          <p:cNvPicPr>
            <a:picLocks noChangeAspect="1"/>
          </p:cNvPicPr>
          <p:nvPr/>
        </p:nvPicPr>
        <p:blipFill>
          <a:blip r:embed="rId7"/>
          <a:stretch>
            <a:fillRect/>
          </a:stretch>
        </p:blipFill>
        <p:spPr>
          <a:xfrm>
            <a:off x="1598188" y="2997302"/>
            <a:ext cx="237744" cy="237744"/>
          </a:xfrm>
          <a:prstGeom prst="rect">
            <a:avLst/>
          </a:prstGeom>
        </p:spPr>
      </p:pic>
      <p:sp>
        <p:nvSpPr>
          <p:cNvPr id="178" name="Text 16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79" name="Text 17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Dropdown kode dari lembar Santri</a:t>
            </a:r>
            <a:endParaRPr lang="en-US" sz="1800" dirty="0"/>
          </a:p>
        </p:txBody>
      </p:sp>
      <p:sp>
        <p:nvSpPr>
          <p:cNvPr id="180" name="Text 17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B2:B100 › Data › Data validation › Add rule › Dropdown (from a range) › Santri!A2:A100. Done.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Database_Setoran_Kel3 -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Database_Setoran_Kel3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50292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46728" y="2573789"/>
            <a:ext cx="457200" cy="119299"/>
          </a:xfrm>
          <a:prstGeom prst="rect">
            <a:avLst/>
          </a:prstGeom>
          <a:solidFill>
            <a:srgbClr val="F8F9FA"/>
          </a:solidFill>
          <a:ln w="6350">
            <a:solidFill>
              <a:srgbClr val="DDDDDD"/>
            </a:solidFill>
            <a:prstDash val="solid"/>
          </a:ln>
        </p:spPr>
      </p:sp>
      <p:sp>
        <p:nvSpPr>
          <p:cNvPr id="64" name="Text 56"/>
          <p:cNvSpPr txBox="1"/>
          <p:nvPr/>
        </p:nvSpPr>
        <p:spPr>
          <a:xfrm>
            <a:off x="134672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8039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18039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444008" y="2573789"/>
            <a:ext cx="457200" cy="119299"/>
          </a:xfrm>
          <a:prstGeom prst="rect">
            <a:avLst/>
          </a:prstGeom>
          <a:solidFill>
            <a:srgbClr val="F8F9FA"/>
          </a:solidFill>
          <a:ln w="6350">
            <a:solidFill>
              <a:srgbClr val="DDDDDD"/>
            </a:solidFill>
            <a:prstDash val="solid"/>
          </a:ln>
        </p:spPr>
      </p:sp>
      <p:sp>
        <p:nvSpPr>
          <p:cNvPr id="68" name="Text 60"/>
          <p:cNvSpPr txBox="1"/>
          <p:nvPr/>
        </p:nvSpPr>
        <p:spPr>
          <a:xfrm>
            <a:off x="244400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0120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0120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587008" y="2573789"/>
            <a:ext cx="411480" cy="119299"/>
          </a:xfrm>
          <a:prstGeom prst="rect">
            <a:avLst/>
          </a:prstGeom>
          <a:solidFill>
            <a:srgbClr val="F8F9FA"/>
          </a:solidFill>
          <a:ln w="6350">
            <a:solidFill>
              <a:srgbClr val="DDDDDD"/>
            </a:solidFill>
            <a:prstDash val="solid"/>
          </a:ln>
        </p:spPr>
      </p:sp>
      <p:sp>
        <p:nvSpPr>
          <p:cNvPr id="72" name="Text 64"/>
          <p:cNvSpPr txBox="1"/>
          <p:nvPr/>
        </p:nvSpPr>
        <p:spPr>
          <a:xfrm>
            <a:off x="35870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50292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Tanggal</a:t>
            </a:r>
            <a:endParaRPr lang="en-US" sz="600" dirty="0"/>
          </a:p>
        </p:txBody>
      </p:sp>
      <p:sp>
        <p:nvSpPr>
          <p:cNvPr id="77" name="Shape 69"/>
          <p:cNvSpPr/>
          <p:nvPr/>
        </p:nvSpPr>
        <p:spPr>
          <a:xfrm>
            <a:off x="1346728" y="2693089"/>
            <a:ext cx="457200" cy="119299"/>
          </a:xfrm>
          <a:prstGeom prst="rect">
            <a:avLst/>
          </a:prstGeom>
          <a:solidFill>
            <a:srgbClr val="0F4C3A"/>
          </a:solidFill>
          <a:ln w="6350">
            <a:solidFill>
              <a:srgbClr val="E2E2E2"/>
            </a:solidFill>
            <a:prstDash val="solid"/>
          </a:ln>
        </p:spPr>
      </p:sp>
      <p:sp>
        <p:nvSpPr>
          <p:cNvPr id="78" name="Text 70"/>
          <p:cNvSpPr txBox="1"/>
          <p:nvPr/>
        </p:nvSpPr>
        <p:spPr>
          <a:xfrm>
            <a:off x="137416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9" name="Shape 71"/>
          <p:cNvSpPr/>
          <p:nvPr/>
        </p:nvSpPr>
        <p:spPr>
          <a:xfrm>
            <a:off x="18039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18313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81" name="Shape 73"/>
          <p:cNvSpPr/>
          <p:nvPr/>
        </p:nvSpPr>
        <p:spPr>
          <a:xfrm>
            <a:off x="2444008" y="2693089"/>
            <a:ext cx="457200" cy="119299"/>
          </a:xfrm>
          <a:prstGeom prst="rect">
            <a:avLst/>
          </a:prstGeom>
          <a:solidFill>
            <a:srgbClr val="0F4C3A"/>
          </a:solidFill>
          <a:ln w="6350">
            <a:solidFill>
              <a:srgbClr val="E2E2E2"/>
            </a:solidFill>
            <a:prstDash val="solid"/>
          </a:ln>
        </p:spPr>
      </p:sp>
      <p:sp>
        <p:nvSpPr>
          <p:cNvPr id="82" name="Text 74"/>
          <p:cNvSpPr txBox="1"/>
          <p:nvPr/>
        </p:nvSpPr>
        <p:spPr>
          <a:xfrm>
            <a:off x="247144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3" name="Shape 75"/>
          <p:cNvSpPr/>
          <p:nvPr/>
        </p:nvSpPr>
        <p:spPr>
          <a:xfrm>
            <a:off x="290120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292864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Surat</a:t>
            </a:r>
            <a:endParaRPr lang="en-US" sz="600" dirty="0"/>
          </a:p>
        </p:txBody>
      </p:sp>
      <p:sp>
        <p:nvSpPr>
          <p:cNvPr id="85" name="Shape 77"/>
          <p:cNvSpPr/>
          <p:nvPr/>
        </p:nvSpPr>
        <p:spPr>
          <a:xfrm>
            <a:off x="3587008" y="2693089"/>
            <a:ext cx="411480" cy="119299"/>
          </a:xfrm>
          <a:prstGeom prst="rect">
            <a:avLst/>
          </a:prstGeom>
          <a:solidFill>
            <a:srgbClr val="0F4C3A"/>
          </a:solidFill>
          <a:ln w="6350">
            <a:solidFill>
              <a:srgbClr val="E2E2E2"/>
            </a:solidFill>
            <a:prstDash val="solid"/>
          </a:ln>
        </p:spPr>
      </p:sp>
      <p:sp>
        <p:nvSpPr>
          <p:cNvPr id="86" name="Text 78"/>
          <p:cNvSpPr txBox="1"/>
          <p:nvPr/>
        </p:nvSpPr>
        <p:spPr>
          <a:xfrm>
            <a:off x="36144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Ayat</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50292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91" name="Shape 83"/>
          <p:cNvSpPr/>
          <p:nvPr/>
        </p:nvSpPr>
        <p:spPr>
          <a:xfrm>
            <a:off x="1346728" y="2812388"/>
            <a:ext cx="457200" cy="119299"/>
          </a:xfrm>
          <a:prstGeom prst="rect">
            <a:avLst/>
          </a:prstGeom>
          <a:solidFill>
            <a:srgbClr val="FFFFFF"/>
          </a:solidFill>
          <a:ln w="6350">
            <a:solidFill>
              <a:srgbClr val="E2E2E2"/>
            </a:solidFill>
            <a:prstDash val="solid"/>
          </a:ln>
        </p:spPr>
      </p:sp>
      <p:sp>
        <p:nvSpPr>
          <p:cNvPr id="92" name="Text 84"/>
          <p:cNvSpPr txBox="1"/>
          <p:nvPr/>
        </p:nvSpPr>
        <p:spPr>
          <a:xfrm>
            <a:off x="137416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3" name="Shape 85"/>
          <p:cNvSpPr/>
          <p:nvPr/>
        </p:nvSpPr>
        <p:spPr>
          <a:xfrm>
            <a:off x="18039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1831360" y="28123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5" name="Shape 87"/>
          <p:cNvSpPr/>
          <p:nvPr/>
        </p:nvSpPr>
        <p:spPr>
          <a:xfrm>
            <a:off x="2444008" y="2812388"/>
            <a:ext cx="457200" cy="119299"/>
          </a:xfrm>
          <a:prstGeom prst="rect">
            <a:avLst/>
          </a:prstGeom>
          <a:solidFill>
            <a:srgbClr val="FFFFFF"/>
          </a:solidFill>
          <a:ln w="6350">
            <a:solidFill>
              <a:srgbClr val="E2E2E2"/>
            </a:solidFill>
            <a:prstDash val="solid"/>
          </a:ln>
        </p:spPr>
      </p:sp>
      <p:sp>
        <p:nvSpPr>
          <p:cNvPr id="96" name="Text 88"/>
          <p:cNvSpPr txBox="1"/>
          <p:nvPr/>
        </p:nvSpPr>
        <p:spPr>
          <a:xfrm>
            <a:off x="247144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9B</a:t>
            </a:r>
            <a:endParaRPr lang="en-US" sz="600" dirty="0"/>
          </a:p>
        </p:txBody>
      </p:sp>
      <p:sp>
        <p:nvSpPr>
          <p:cNvPr id="97" name="Shape 89"/>
          <p:cNvSpPr/>
          <p:nvPr/>
        </p:nvSpPr>
        <p:spPr>
          <a:xfrm>
            <a:off x="290120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292864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An-Naba</a:t>
            </a:r>
            <a:endParaRPr lang="en-US" sz="600" dirty="0"/>
          </a:p>
        </p:txBody>
      </p:sp>
      <p:sp>
        <p:nvSpPr>
          <p:cNvPr id="99" name="Shape 91"/>
          <p:cNvSpPr/>
          <p:nvPr/>
        </p:nvSpPr>
        <p:spPr>
          <a:xfrm>
            <a:off x="3587008" y="2812388"/>
            <a:ext cx="411480" cy="119299"/>
          </a:xfrm>
          <a:prstGeom prst="rect">
            <a:avLst/>
          </a:prstGeom>
          <a:solidFill>
            <a:srgbClr val="FFFFFF"/>
          </a:solidFill>
          <a:ln w="6350">
            <a:solidFill>
              <a:srgbClr val="E2E2E2"/>
            </a:solidFill>
            <a:prstDash val="solid"/>
          </a:ln>
        </p:spPr>
      </p:sp>
      <p:sp>
        <p:nvSpPr>
          <p:cNvPr id="100" name="Text 92"/>
          <p:cNvSpPr txBox="1"/>
          <p:nvPr/>
        </p:nvSpPr>
        <p:spPr>
          <a:xfrm>
            <a:off x="3614440" y="28123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20</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50292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105" name="Shape 97"/>
          <p:cNvSpPr/>
          <p:nvPr/>
        </p:nvSpPr>
        <p:spPr>
          <a:xfrm>
            <a:off x="1346728" y="2931688"/>
            <a:ext cx="457200" cy="119299"/>
          </a:xfrm>
          <a:prstGeom prst="rect">
            <a:avLst/>
          </a:prstGeom>
          <a:solidFill>
            <a:srgbClr val="FFFFFF"/>
          </a:solidFill>
          <a:ln w="6350">
            <a:solidFill>
              <a:srgbClr val="E2E2E2"/>
            </a:solidFill>
            <a:prstDash val="solid"/>
          </a:ln>
        </p:spPr>
      </p:sp>
      <p:sp>
        <p:nvSpPr>
          <p:cNvPr id="106" name="Text 98"/>
          <p:cNvSpPr txBox="1"/>
          <p:nvPr/>
        </p:nvSpPr>
        <p:spPr>
          <a:xfrm>
            <a:off x="1374160" y="29316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07" name="Shape 99"/>
          <p:cNvSpPr/>
          <p:nvPr/>
        </p:nvSpPr>
        <p:spPr>
          <a:xfrm>
            <a:off x="1803928" y="2931688"/>
            <a:ext cx="640080" cy="119299"/>
          </a:xfrm>
          <a:prstGeom prst="rect">
            <a:avLst/>
          </a:prstGeom>
          <a:solidFill>
            <a:srgbClr val="FFFFFF"/>
          </a:solidFill>
          <a:ln w="6350">
            <a:solidFill>
              <a:srgbClr val="E2E2E2"/>
            </a:solidFill>
            <a:prstDash val="solid"/>
          </a:ln>
        </p:spPr>
      </p:sp>
      <p:sp>
        <p:nvSpPr>
          <p:cNvPr id="108" name="Text 100"/>
          <p:cNvSpPr txBox="1"/>
          <p:nvPr/>
        </p:nvSpPr>
        <p:spPr>
          <a:xfrm>
            <a:off x="1831360" y="29316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09" name="Shape 101"/>
          <p:cNvSpPr/>
          <p:nvPr/>
        </p:nvSpPr>
        <p:spPr>
          <a:xfrm>
            <a:off x="2444008" y="2931688"/>
            <a:ext cx="457200" cy="119299"/>
          </a:xfrm>
          <a:prstGeom prst="rect">
            <a:avLst/>
          </a:prstGeom>
          <a:solidFill>
            <a:srgbClr val="FFFFFF"/>
          </a:solidFill>
          <a:ln w="6350">
            <a:solidFill>
              <a:srgbClr val="E2E2E2"/>
            </a:solidFill>
            <a:prstDash val="solid"/>
          </a:ln>
        </p:spPr>
      </p:sp>
      <p:sp>
        <p:nvSpPr>
          <p:cNvPr id="110" name="Text 102"/>
          <p:cNvSpPr txBox="1"/>
          <p:nvPr/>
        </p:nvSpPr>
        <p:spPr>
          <a:xfrm>
            <a:off x="2471440" y="29316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9B</a:t>
            </a:r>
            <a:endParaRPr lang="en-US" sz="600" dirty="0"/>
          </a:p>
        </p:txBody>
      </p:sp>
      <p:sp>
        <p:nvSpPr>
          <p:cNvPr id="111" name="Shape 103"/>
          <p:cNvSpPr/>
          <p:nvPr/>
        </p:nvSpPr>
        <p:spPr>
          <a:xfrm>
            <a:off x="290120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292864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An-Naziat</a:t>
            </a:r>
            <a:endParaRPr lang="en-US" sz="600" dirty="0"/>
          </a:p>
        </p:txBody>
      </p:sp>
      <p:sp>
        <p:nvSpPr>
          <p:cNvPr id="113" name="Shape 105"/>
          <p:cNvSpPr/>
          <p:nvPr/>
        </p:nvSpPr>
        <p:spPr>
          <a:xfrm>
            <a:off x="3587008" y="2931688"/>
            <a:ext cx="411480" cy="119299"/>
          </a:xfrm>
          <a:prstGeom prst="rect">
            <a:avLst/>
          </a:prstGeom>
          <a:solidFill>
            <a:srgbClr val="FFFFFF"/>
          </a:solidFill>
          <a:ln w="6350">
            <a:solidFill>
              <a:srgbClr val="E2E2E2"/>
            </a:solidFill>
            <a:prstDash val="solid"/>
          </a:ln>
        </p:spPr>
      </p:sp>
      <p:sp>
        <p:nvSpPr>
          <p:cNvPr id="114" name="Text 106"/>
          <p:cNvSpPr txBox="1"/>
          <p:nvPr/>
        </p:nvSpPr>
        <p:spPr>
          <a:xfrm>
            <a:off x="3614440" y="29316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15</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50292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04/02</a:t>
            </a:r>
            <a:endParaRPr lang="en-US" sz="600" dirty="0"/>
          </a:p>
        </p:txBody>
      </p:sp>
      <p:sp>
        <p:nvSpPr>
          <p:cNvPr id="119" name="Shape 111"/>
          <p:cNvSpPr/>
          <p:nvPr/>
        </p:nvSpPr>
        <p:spPr>
          <a:xfrm>
            <a:off x="1346728" y="3050987"/>
            <a:ext cx="457200" cy="119299"/>
          </a:xfrm>
          <a:prstGeom prst="rect">
            <a:avLst/>
          </a:prstGeom>
          <a:solidFill>
            <a:srgbClr val="FFFFFF"/>
          </a:solidFill>
          <a:ln w="6350">
            <a:solidFill>
              <a:srgbClr val="E2E2E2"/>
            </a:solidFill>
            <a:prstDash val="solid"/>
          </a:ln>
        </p:spPr>
      </p:sp>
      <p:sp>
        <p:nvSpPr>
          <p:cNvPr id="120" name="Text 112"/>
          <p:cNvSpPr txBox="1"/>
          <p:nvPr/>
        </p:nvSpPr>
        <p:spPr>
          <a:xfrm>
            <a:off x="1374160" y="30509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121" name="Shape 113"/>
          <p:cNvSpPr/>
          <p:nvPr/>
        </p:nvSpPr>
        <p:spPr>
          <a:xfrm>
            <a:off x="1803928" y="3050987"/>
            <a:ext cx="640080" cy="119299"/>
          </a:xfrm>
          <a:prstGeom prst="rect">
            <a:avLst/>
          </a:prstGeom>
          <a:solidFill>
            <a:srgbClr val="FFFFFF"/>
          </a:solidFill>
          <a:ln w="6350">
            <a:solidFill>
              <a:srgbClr val="E2E2E2"/>
            </a:solidFill>
            <a:prstDash val="solid"/>
          </a:ln>
        </p:spPr>
      </p:sp>
      <p:sp>
        <p:nvSpPr>
          <p:cNvPr id="122" name="Text 114"/>
          <p:cNvSpPr txBox="1"/>
          <p:nvPr/>
        </p:nvSpPr>
        <p:spPr>
          <a:xfrm>
            <a:off x="1831360" y="3050987"/>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123" name="Shape 115"/>
          <p:cNvSpPr/>
          <p:nvPr/>
        </p:nvSpPr>
        <p:spPr>
          <a:xfrm>
            <a:off x="2444008" y="3050987"/>
            <a:ext cx="457200" cy="119299"/>
          </a:xfrm>
          <a:prstGeom prst="rect">
            <a:avLst/>
          </a:prstGeom>
          <a:solidFill>
            <a:srgbClr val="FFFFFF"/>
          </a:solidFill>
          <a:ln w="6350">
            <a:solidFill>
              <a:srgbClr val="E2E2E2"/>
            </a:solidFill>
            <a:prstDash val="solid"/>
          </a:ln>
        </p:spPr>
      </p:sp>
      <p:sp>
        <p:nvSpPr>
          <p:cNvPr id="124" name="Text 116"/>
          <p:cNvSpPr txBox="1"/>
          <p:nvPr/>
        </p:nvSpPr>
        <p:spPr>
          <a:xfrm>
            <a:off x="2471440" y="30509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9B</a:t>
            </a:r>
            <a:endParaRPr lang="en-US" sz="600" dirty="0"/>
          </a:p>
        </p:txBody>
      </p:sp>
      <p:sp>
        <p:nvSpPr>
          <p:cNvPr id="125" name="Shape 117"/>
          <p:cNvSpPr/>
          <p:nvPr/>
        </p:nvSpPr>
        <p:spPr>
          <a:xfrm>
            <a:off x="2901208" y="3050987"/>
            <a:ext cx="685800" cy="119299"/>
          </a:xfrm>
          <a:prstGeom prst="rect">
            <a:avLst/>
          </a:prstGeom>
          <a:solidFill>
            <a:srgbClr val="FFFFFF"/>
          </a:solidFill>
          <a:ln w="6350">
            <a:solidFill>
              <a:srgbClr val="E2E2E2"/>
            </a:solidFill>
            <a:prstDash val="solid"/>
          </a:ln>
        </p:spPr>
      </p:sp>
      <p:sp>
        <p:nvSpPr>
          <p:cNvPr id="126" name="Text 118"/>
          <p:cNvSpPr txBox="1"/>
          <p:nvPr/>
        </p:nvSpPr>
        <p:spPr>
          <a:xfrm>
            <a:off x="292864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Abasa</a:t>
            </a:r>
            <a:endParaRPr lang="en-US" sz="600" dirty="0"/>
          </a:p>
        </p:txBody>
      </p:sp>
      <p:sp>
        <p:nvSpPr>
          <p:cNvPr id="127" name="Shape 119"/>
          <p:cNvSpPr/>
          <p:nvPr/>
        </p:nvSpPr>
        <p:spPr>
          <a:xfrm>
            <a:off x="3587008" y="3050987"/>
            <a:ext cx="411480" cy="119299"/>
          </a:xfrm>
          <a:prstGeom prst="rect">
            <a:avLst/>
          </a:prstGeom>
          <a:solidFill>
            <a:srgbClr val="FFFFFF"/>
          </a:solidFill>
          <a:ln w="6350">
            <a:solidFill>
              <a:srgbClr val="E2E2E2"/>
            </a:solidFill>
            <a:prstDash val="solid"/>
          </a:ln>
        </p:spPr>
      </p:sp>
      <p:sp>
        <p:nvSpPr>
          <p:cNvPr id="128" name="Text 120"/>
          <p:cNvSpPr txBox="1"/>
          <p:nvPr/>
        </p:nvSpPr>
        <p:spPr>
          <a:xfrm>
            <a:off x="3614440" y="3050987"/>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18</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502920" cy="119299"/>
          </a:xfrm>
          <a:prstGeom prst="rect">
            <a:avLst/>
          </a:prstGeom>
          <a:solidFill>
            <a:srgbClr val="FFFFFF"/>
          </a:solidFill>
          <a:ln w="6350">
            <a:solidFill>
              <a:srgbClr val="E2E2E2"/>
            </a:solidFill>
            <a:prstDash val="solid"/>
          </a:ln>
        </p:spPr>
      </p:sp>
      <p:sp>
        <p:nvSpPr>
          <p:cNvPr id="132" name="Shape 124"/>
          <p:cNvSpPr/>
          <p:nvPr/>
        </p:nvSpPr>
        <p:spPr>
          <a:xfrm>
            <a:off x="1346728" y="3170287"/>
            <a:ext cx="457200" cy="119299"/>
          </a:xfrm>
          <a:prstGeom prst="rect">
            <a:avLst/>
          </a:prstGeom>
          <a:solidFill>
            <a:srgbClr val="FFFFFF"/>
          </a:solidFill>
          <a:ln w="6350">
            <a:solidFill>
              <a:srgbClr val="E2E2E2"/>
            </a:solidFill>
            <a:prstDash val="solid"/>
          </a:ln>
        </p:spPr>
      </p:sp>
      <p:sp>
        <p:nvSpPr>
          <p:cNvPr id="133" name="Shape 125"/>
          <p:cNvSpPr/>
          <p:nvPr/>
        </p:nvSpPr>
        <p:spPr>
          <a:xfrm>
            <a:off x="1803928" y="3170287"/>
            <a:ext cx="640080" cy="119299"/>
          </a:xfrm>
          <a:prstGeom prst="rect">
            <a:avLst/>
          </a:prstGeom>
          <a:solidFill>
            <a:srgbClr val="FFFFFF"/>
          </a:solidFill>
          <a:ln w="6350">
            <a:solidFill>
              <a:srgbClr val="E2E2E2"/>
            </a:solidFill>
            <a:prstDash val="solid"/>
          </a:ln>
        </p:spPr>
      </p:sp>
      <p:sp>
        <p:nvSpPr>
          <p:cNvPr id="134" name="Shape 126"/>
          <p:cNvSpPr/>
          <p:nvPr/>
        </p:nvSpPr>
        <p:spPr>
          <a:xfrm>
            <a:off x="2444008" y="3170287"/>
            <a:ext cx="457200" cy="119299"/>
          </a:xfrm>
          <a:prstGeom prst="rect">
            <a:avLst/>
          </a:prstGeom>
          <a:solidFill>
            <a:srgbClr val="FFFFFF"/>
          </a:solidFill>
          <a:ln w="6350">
            <a:solidFill>
              <a:srgbClr val="E2E2E2"/>
            </a:solidFill>
            <a:prstDash val="solid"/>
          </a:ln>
        </p:spPr>
      </p:sp>
      <p:sp>
        <p:nvSpPr>
          <p:cNvPr id="135" name="Shape 127"/>
          <p:cNvSpPr/>
          <p:nvPr/>
        </p:nvSpPr>
        <p:spPr>
          <a:xfrm>
            <a:off x="2901208" y="3170287"/>
            <a:ext cx="685800" cy="119299"/>
          </a:xfrm>
          <a:prstGeom prst="rect">
            <a:avLst/>
          </a:prstGeom>
          <a:solidFill>
            <a:srgbClr val="FFFFFF"/>
          </a:solidFill>
          <a:ln w="6350">
            <a:solidFill>
              <a:srgbClr val="E2E2E2"/>
            </a:solidFill>
            <a:prstDash val="solid"/>
          </a:ln>
        </p:spPr>
      </p:sp>
      <p:sp>
        <p:nvSpPr>
          <p:cNvPr id="136" name="Shape 128"/>
          <p:cNvSpPr/>
          <p:nvPr/>
        </p:nvSpPr>
        <p:spPr>
          <a:xfrm>
            <a:off x="3587008" y="3170287"/>
            <a:ext cx="411480" cy="119299"/>
          </a:xfrm>
          <a:prstGeom prst="rect">
            <a:avLst/>
          </a:prstGeom>
          <a:solidFill>
            <a:srgbClr val="FFFFFF"/>
          </a:solidFill>
          <a:ln w="6350">
            <a:solidFill>
              <a:srgbClr val="E2E2E2"/>
            </a:solidFill>
            <a:prstDash val="solid"/>
          </a:ln>
        </p:spPr>
      </p:sp>
      <p:sp>
        <p:nvSpPr>
          <p:cNvPr id="137" name="Shape 129"/>
          <p:cNvSpPr/>
          <p:nvPr/>
        </p:nvSpPr>
        <p:spPr>
          <a:xfrm>
            <a:off x="587776" y="3289586"/>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39" name="Shape 131"/>
          <p:cNvSpPr/>
          <p:nvPr/>
        </p:nvSpPr>
        <p:spPr>
          <a:xfrm>
            <a:off x="843808" y="3289586"/>
            <a:ext cx="502920" cy="119299"/>
          </a:xfrm>
          <a:prstGeom prst="rect">
            <a:avLst/>
          </a:prstGeom>
          <a:solidFill>
            <a:srgbClr val="FFFFFF"/>
          </a:solidFill>
          <a:ln w="6350">
            <a:solidFill>
              <a:srgbClr val="E2E2E2"/>
            </a:solidFill>
            <a:prstDash val="solid"/>
          </a:ln>
        </p:spPr>
      </p:sp>
      <p:sp>
        <p:nvSpPr>
          <p:cNvPr id="140" name="Shape 132"/>
          <p:cNvSpPr/>
          <p:nvPr/>
        </p:nvSpPr>
        <p:spPr>
          <a:xfrm>
            <a:off x="1346728" y="3289586"/>
            <a:ext cx="457200" cy="119299"/>
          </a:xfrm>
          <a:prstGeom prst="rect">
            <a:avLst/>
          </a:prstGeom>
          <a:solidFill>
            <a:srgbClr val="FFFFFF"/>
          </a:solidFill>
          <a:ln w="6350">
            <a:solidFill>
              <a:srgbClr val="E2E2E2"/>
            </a:solidFill>
            <a:prstDash val="solid"/>
          </a:ln>
        </p:spPr>
      </p:sp>
      <p:sp>
        <p:nvSpPr>
          <p:cNvPr id="141" name="Shape 133"/>
          <p:cNvSpPr/>
          <p:nvPr/>
        </p:nvSpPr>
        <p:spPr>
          <a:xfrm>
            <a:off x="1803928" y="3289586"/>
            <a:ext cx="640080" cy="119299"/>
          </a:xfrm>
          <a:prstGeom prst="rect">
            <a:avLst/>
          </a:prstGeom>
          <a:solidFill>
            <a:srgbClr val="FFFFFF"/>
          </a:solidFill>
          <a:ln w="6350">
            <a:solidFill>
              <a:srgbClr val="E2E2E2"/>
            </a:solidFill>
            <a:prstDash val="solid"/>
          </a:ln>
        </p:spPr>
      </p:sp>
      <p:sp>
        <p:nvSpPr>
          <p:cNvPr id="142" name="Shape 134"/>
          <p:cNvSpPr/>
          <p:nvPr/>
        </p:nvSpPr>
        <p:spPr>
          <a:xfrm>
            <a:off x="2444008" y="3289586"/>
            <a:ext cx="457200" cy="119299"/>
          </a:xfrm>
          <a:prstGeom prst="rect">
            <a:avLst/>
          </a:prstGeom>
          <a:solidFill>
            <a:srgbClr val="FFFFFF"/>
          </a:solidFill>
          <a:ln w="6350">
            <a:solidFill>
              <a:srgbClr val="E2E2E2"/>
            </a:solidFill>
            <a:prstDash val="solid"/>
          </a:ln>
        </p:spPr>
      </p:sp>
      <p:sp>
        <p:nvSpPr>
          <p:cNvPr id="143" name="Shape 135"/>
          <p:cNvSpPr/>
          <p:nvPr/>
        </p:nvSpPr>
        <p:spPr>
          <a:xfrm>
            <a:off x="2901208" y="3289586"/>
            <a:ext cx="685800" cy="119299"/>
          </a:xfrm>
          <a:prstGeom prst="rect">
            <a:avLst/>
          </a:prstGeom>
          <a:solidFill>
            <a:srgbClr val="FFFFFF"/>
          </a:solidFill>
          <a:ln w="6350">
            <a:solidFill>
              <a:srgbClr val="E2E2E2"/>
            </a:solidFill>
            <a:prstDash val="solid"/>
          </a:ln>
        </p:spPr>
      </p:sp>
      <p:sp>
        <p:nvSpPr>
          <p:cNvPr id="144" name="Shape 136"/>
          <p:cNvSpPr/>
          <p:nvPr/>
        </p:nvSpPr>
        <p:spPr>
          <a:xfrm>
            <a:off x="3587008" y="3289586"/>
            <a:ext cx="411480" cy="119299"/>
          </a:xfrm>
          <a:prstGeom prst="rect">
            <a:avLst/>
          </a:prstGeom>
          <a:solidFill>
            <a:srgbClr val="FFFFFF"/>
          </a:solidFill>
          <a:ln w="6350">
            <a:solidFill>
              <a:srgbClr val="E2E2E2"/>
            </a:solidFill>
            <a:prstDash val="solid"/>
          </a:ln>
        </p:spPr>
      </p:sp>
      <p:sp>
        <p:nvSpPr>
          <p:cNvPr id="145" name="Shape 137"/>
          <p:cNvSpPr/>
          <p:nvPr/>
        </p:nvSpPr>
        <p:spPr>
          <a:xfrm>
            <a:off x="587776" y="3408885"/>
            <a:ext cx="256032" cy="119299"/>
          </a:xfrm>
          <a:prstGeom prst="rect">
            <a:avLst/>
          </a:prstGeom>
          <a:solidFill>
            <a:srgbClr val="F8F9FA"/>
          </a:solidFill>
          <a:ln w="6350">
            <a:solidFill>
              <a:srgbClr val="DDDDDD"/>
            </a:solidFill>
            <a:prstDash val="solid"/>
          </a:ln>
        </p:spPr>
      </p:sp>
      <p:sp>
        <p:nvSpPr>
          <p:cNvPr id="146" name="Text 13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47" name="Shape 139"/>
          <p:cNvSpPr/>
          <p:nvPr/>
        </p:nvSpPr>
        <p:spPr>
          <a:xfrm>
            <a:off x="843808" y="3408885"/>
            <a:ext cx="502920" cy="119299"/>
          </a:xfrm>
          <a:prstGeom prst="rect">
            <a:avLst/>
          </a:prstGeom>
          <a:solidFill>
            <a:srgbClr val="FFFFFF"/>
          </a:solidFill>
          <a:ln w="6350">
            <a:solidFill>
              <a:srgbClr val="E2E2E2"/>
            </a:solidFill>
            <a:prstDash val="solid"/>
          </a:ln>
        </p:spPr>
      </p:sp>
      <p:sp>
        <p:nvSpPr>
          <p:cNvPr id="148" name="Shape 140"/>
          <p:cNvSpPr/>
          <p:nvPr/>
        </p:nvSpPr>
        <p:spPr>
          <a:xfrm>
            <a:off x="1346728" y="3408885"/>
            <a:ext cx="457200" cy="119299"/>
          </a:xfrm>
          <a:prstGeom prst="rect">
            <a:avLst/>
          </a:prstGeom>
          <a:solidFill>
            <a:srgbClr val="FFFFFF"/>
          </a:solidFill>
          <a:ln w="6350">
            <a:solidFill>
              <a:srgbClr val="E2E2E2"/>
            </a:solidFill>
            <a:prstDash val="solid"/>
          </a:ln>
        </p:spPr>
      </p:sp>
      <p:sp>
        <p:nvSpPr>
          <p:cNvPr id="149" name="Shape 141"/>
          <p:cNvSpPr/>
          <p:nvPr/>
        </p:nvSpPr>
        <p:spPr>
          <a:xfrm>
            <a:off x="1803928" y="3408885"/>
            <a:ext cx="640080" cy="119299"/>
          </a:xfrm>
          <a:prstGeom prst="rect">
            <a:avLst/>
          </a:prstGeom>
          <a:solidFill>
            <a:srgbClr val="FFFFFF"/>
          </a:solidFill>
          <a:ln w="6350">
            <a:solidFill>
              <a:srgbClr val="E2E2E2"/>
            </a:solidFill>
            <a:prstDash val="solid"/>
          </a:ln>
        </p:spPr>
      </p:sp>
      <p:sp>
        <p:nvSpPr>
          <p:cNvPr id="150" name="Shape 142"/>
          <p:cNvSpPr/>
          <p:nvPr/>
        </p:nvSpPr>
        <p:spPr>
          <a:xfrm>
            <a:off x="2444008" y="3408885"/>
            <a:ext cx="457200" cy="119299"/>
          </a:xfrm>
          <a:prstGeom prst="rect">
            <a:avLst/>
          </a:prstGeom>
          <a:solidFill>
            <a:srgbClr val="FFFFFF"/>
          </a:solidFill>
          <a:ln w="6350">
            <a:solidFill>
              <a:srgbClr val="E2E2E2"/>
            </a:solidFill>
            <a:prstDash val="solid"/>
          </a:ln>
        </p:spPr>
      </p:sp>
      <p:sp>
        <p:nvSpPr>
          <p:cNvPr id="151" name="Shape 143"/>
          <p:cNvSpPr/>
          <p:nvPr/>
        </p:nvSpPr>
        <p:spPr>
          <a:xfrm>
            <a:off x="2901208" y="3408885"/>
            <a:ext cx="685800" cy="119299"/>
          </a:xfrm>
          <a:prstGeom prst="rect">
            <a:avLst/>
          </a:prstGeom>
          <a:solidFill>
            <a:srgbClr val="FFFFFF"/>
          </a:solidFill>
          <a:ln w="6350">
            <a:solidFill>
              <a:srgbClr val="E2E2E2"/>
            </a:solidFill>
            <a:prstDash val="solid"/>
          </a:ln>
        </p:spPr>
      </p:sp>
      <p:sp>
        <p:nvSpPr>
          <p:cNvPr id="152" name="Shape 144"/>
          <p:cNvSpPr/>
          <p:nvPr/>
        </p:nvSpPr>
        <p:spPr>
          <a:xfrm>
            <a:off x="3587008" y="3408885"/>
            <a:ext cx="411480" cy="119299"/>
          </a:xfrm>
          <a:prstGeom prst="rect">
            <a:avLst/>
          </a:prstGeom>
          <a:solidFill>
            <a:srgbClr val="FFFFFF"/>
          </a:solidFill>
          <a:ln w="6350">
            <a:solidFill>
              <a:srgbClr val="E2E2E2"/>
            </a:solidFill>
            <a:prstDash val="solid"/>
          </a:ln>
        </p:spPr>
      </p:sp>
      <p:sp>
        <p:nvSpPr>
          <p:cNvPr id="153" name="Shape 145"/>
          <p:cNvSpPr/>
          <p:nvPr/>
        </p:nvSpPr>
        <p:spPr>
          <a:xfrm>
            <a:off x="587776" y="3528185"/>
            <a:ext cx="256032" cy="119299"/>
          </a:xfrm>
          <a:prstGeom prst="rect">
            <a:avLst/>
          </a:prstGeom>
          <a:solidFill>
            <a:srgbClr val="F8F9FA"/>
          </a:solidFill>
          <a:ln w="6350">
            <a:solidFill>
              <a:srgbClr val="DDDDDD"/>
            </a:solidFill>
            <a:prstDash val="solid"/>
          </a:ln>
        </p:spPr>
      </p:sp>
      <p:sp>
        <p:nvSpPr>
          <p:cNvPr id="154" name="Text 146"/>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55" name="Shape 147"/>
          <p:cNvSpPr/>
          <p:nvPr/>
        </p:nvSpPr>
        <p:spPr>
          <a:xfrm>
            <a:off x="843808" y="3528185"/>
            <a:ext cx="502920" cy="119299"/>
          </a:xfrm>
          <a:prstGeom prst="rect">
            <a:avLst/>
          </a:prstGeom>
          <a:solidFill>
            <a:srgbClr val="FFFFFF"/>
          </a:solidFill>
          <a:ln w="6350">
            <a:solidFill>
              <a:srgbClr val="E2E2E2"/>
            </a:solidFill>
            <a:prstDash val="solid"/>
          </a:ln>
        </p:spPr>
      </p:sp>
      <p:sp>
        <p:nvSpPr>
          <p:cNvPr id="156" name="Shape 148"/>
          <p:cNvSpPr/>
          <p:nvPr/>
        </p:nvSpPr>
        <p:spPr>
          <a:xfrm>
            <a:off x="1346728" y="3528185"/>
            <a:ext cx="457200" cy="119299"/>
          </a:xfrm>
          <a:prstGeom prst="rect">
            <a:avLst/>
          </a:prstGeom>
          <a:solidFill>
            <a:srgbClr val="FFFFFF"/>
          </a:solidFill>
          <a:ln w="6350">
            <a:solidFill>
              <a:srgbClr val="E2E2E2"/>
            </a:solidFill>
            <a:prstDash val="solid"/>
          </a:ln>
        </p:spPr>
      </p:sp>
      <p:sp>
        <p:nvSpPr>
          <p:cNvPr id="157" name="Shape 149"/>
          <p:cNvSpPr/>
          <p:nvPr/>
        </p:nvSpPr>
        <p:spPr>
          <a:xfrm>
            <a:off x="1803928" y="3528185"/>
            <a:ext cx="640080" cy="119299"/>
          </a:xfrm>
          <a:prstGeom prst="rect">
            <a:avLst/>
          </a:prstGeom>
          <a:solidFill>
            <a:srgbClr val="FFFFFF"/>
          </a:solidFill>
          <a:ln w="6350">
            <a:solidFill>
              <a:srgbClr val="E2E2E2"/>
            </a:solidFill>
            <a:prstDash val="solid"/>
          </a:ln>
        </p:spPr>
      </p:sp>
      <p:sp>
        <p:nvSpPr>
          <p:cNvPr id="158" name="Shape 150"/>
          <p:cNvSpPr/>
          <p:nvPr/>
        </p:nvSpPr>
        <p:spPr>
          <a:xfrm>
            <a:off x="2444008" y="3528185"/>
            <a:ext cx="457200" cy="119299"/>
          </a:xfrm>
          <a:prstGeom prst="rect">
            <a:avLst/>
          </a:prstGeom>
          <a:solidFill>
            <a:srgbClr val="FFFFFF"/>
          </a:solidFill>
          <a:ln w="6350">
            <a:solidFill>
              <a:srgbClr val="E2E2E2"/>
            </a:solidFill>
            <a:prstDash val="solid"/>
          </a:ln>
        </p:spPr>
      </p:sp>
      <p:sp>
        <p:nvSpPr>
          <p:cNvPr id="159" name="Shape 151"/>
          <p:cNvSpPr/>
          <p:nvPr/>
        </p:nvSpPr>
        <p:spPr>
          <a:xfrm>
            <a:off x="2901208" y="3528185"/>
            <a:ext cx="685800" cy="119299"/>
          </a:xfrm>
          <a:prstGeom prst="rect">
            <a:avLst/>
          </a:prstGeom>
          <a:solidFill>
            <a:srgbClr val="FFFFFF"/>
          </a:solidFill>
          <a:ln w="6350">
            <a:solidFill>
              <a:srgbClr val="E2E2E2"/>
            </a:solidFill>
            <a:prstDash val="solid"/>
          </a:ln>
        </p:spPr>
      </p:sp>
      <p:sp>
        <p:nvSpPr>
          <p:cNvPr id="160" name="Shape 152"/>
          <p:cNvSpPr/>
          <p:nvPr/>
        </p:nvSpPr>
        <p:spPr>
          <a:xfrm>
            <a:off x="3587008" y="3528185"/>
            <a:ext cx="411480" cy="119299"/>
          </a:xfrm>
          <a:prstGeom prst="rect">
            <a:avLst/>
          </a:prstGeom>
          <a:solidFill>
            <a:srgbClr val="FFFFFF"/>
          </a:solidFill>
          <a:ln w="6350">
            <a:solidFill>
              <a:srgbClr val="E2E2E2"/>
            </a:solidFill>
            <a:prstDash val="solid"/>
          </a:ln>
        </p:spPr>
      </p:sp>
      <p:sp>
        <p:nvSpPr>
          <p:cNvPr id="161" name="Shape 153"/>
          <p:cNvSpPr/>
          <p:nvPr/>
        </p:nvSpPr>
        <p:spPr>
          <a:xfrm>
            <a:off x="587776" y="3647484"/>
            <a:ext cx="256032" cy="119299"/>
          </a:xfrm>
          <a:prstGeom prst="rect">
            <a:avLst/>
          </a:prstGeom>
          <a:solidFill>
            <a:srgbClr val="F8F9FA"/>
          </a:solidFill>
          <a:ln w="6350">
            <a:solidFill>
              <a:srgbClr val="DDDDDD"/>
            </a:solidFill>
            <a:prstDash val="solid"/>
          </a:ln>
        </p:spPr>
      </p:sp>
      <p:sp>
        <p:nvSpPr>
          <p:cNvPr id="162" name="Text 154"/>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63" name="Shape 155"/>
          <p:cNvSpPr/>
          <p:nvPr/>
        </p:nvSpPr>
        <p:spPr>
          <a:xfrm>
            <a:off x="843808" y="3647484"/>
            <a:ext cx="502920" cy="119299"/>
          </a:xfrm>
          <a:prstGeom prst="rect">
            <a:avLst/>
          </a:prstGeom>
          <a:solidFill>
            <a:srgbClr val="FFFFFF"/>
          </a:solidFill>
          <a:ln w="6350">
            <a:solidFill>
              <a:srgbClr val="E2E2E2"/>
            </a:solidFill>
            <a:prstDash val="solid"/>
          </a:ln>
        </p:spPr>
      </p:sp>
      <p:sp>
        <p:nvSpPr>
          <p:cNvPr id="164" name="Shape 156"/>
          <p:cNvSpPr/>
          <p:nvPr/>
        </p:nvSpPr>
        <p:spPr>
          <a:xfrm>
            <a:off x="1346728" y="3647484"/>
            <a:ext cx="457200" cy="119299"/>
          </a:xfrm>
          <a:prstGeom prst="rect">
            <a:avLst/>
          </a:prstGeom>
          <a:solidFill>
            <a:srgbClr val="FFFFFF"/>
          </a:solidFill>
          <a:ln w="6350">
            <a:solidFill>
              <a:srgbClr val="E2E2E2"/>
            </a:solidFill>
            <a:prstDash val="solid"/>
          </a:ln>
        </p:spPr>
      </p:sp>
      <p:sp>
        <p:nvSpPr>
          <p:cNvPr id="165" name="Shape 157"/>
          <p:cNvSpPr/>
          <p:nvPr/>
        </p:nvSpPr>
        <p:spPr>
          <a:xfrm>
            <a:off x="1803928" y="3647484"/>
            <a:ext cx="640080" cy="119299"/>
          </a:xfrm>
          <a:prstGeom prst="rect">
            <a:avLst/>
          </a:prstGeom>
          <a:solidFill>
            <a:srgbClr val="FFFFFF"/>
          </a:solidFill>
          <a:ln w="6350">
            <a:solidFill>
              <a:srgbClr val="E2E2E2"/>
            </a:solidFill>
            <a:prstDash val="solid"/>
          </a:ln>
        </p:spPr>
      </p:sp>
      <p:sp>
        <p:nvSpPr>
          <p:cNvPr id="166" name="Shape 158"/>
          <p:cNvSpPr/>
          <p:nvPr/>
        </p:nvSpPr>
        <p:spPr>
          <a:xfrm>
            <a:off x="2444008" y="3647484"/>
            <a:ext cx="457200" cy="119299"/>
          </a:xfrm>
          <a:prstGeom prst="rect">
            <a:avLst/>
          </a:prstGeom>
          <a:solidFill>
            <a:srgbClr val="FFFFFF"/>
          </a:solidFill>
          <a:ln w="6350">
            <a:solidFill>
              <a:srgbClr val="E2E2E2"/>
            </a:solidFill>
            <a:prstDash val="solid"/>
          </a:ln>
        </p:spPr>
      </p:sp>
      <p:sp>
        <p:nvSpPr>
          <p:cNvPr id="167" name="Shape 159"/>
          <p:cNvSpPr/>
          <p:nvPr/>
        </p:nvSpPr>
        <p:spPr>
          <a:xfrm>
            <a:off x="2901208" y="3647484"/>
            <a:ext cx="685800" cy="119299"/>
          </a:xfrm>
          <a:prstGeom prst="rect">
            <a:avLst/>
          </a:prstGeom>
          <a:solidFill>
            <a:srgbClr val="FFFFFF"/>
          </a:solidFill>
          <a:ln w="6350">
            <a:solidFill>
              <a:srgbClr val="E2E2E2"/>
            </a:solidFill>
            <a:prstDash val="solid"/>
          </a:ln>
        </p:spPr>
      </p:sp>
      <p:sp>
        <p:nvSpPr>
          <p:cNvPr id="168" name="Shape 160"/>
          <p:cNvSpPr/>
          <p:nvPr/>
        </p:nvSpPr>
        <p:spPr>
          <a:xfrm>
            <a:off x="3587008" y="3647484"/>
            <a:ext cx="411480" cy="119299"/>
          </a:xfrm>
          <a:prstGeom prst="rect">
            <a:avLst/>
          </a:prstGeom>
          <a:solidFill>
            <a:srgbClr val="FFFFFF"/>
          </a:solidFill>
          <a:ln w="6350">
            <a:solidFill>
              <a:srgbClr val="E2E2E2"/>
            </a:solidFill>
            <a:prstDash val="solid"/>
          </a:ln>
        </p:spPr>
      </p:sp>
      <p:sp>
        <p:nvSpPr>
          <p:cNvPr id="169" name="Shape 161"/>
          <p:cNvSpPr/>
          <p:nvPr/>
        </p:nvSpPr>
        <p:spPr>
          <a:xfrm>
            <a:off x="587776" y="3794216"/>
            <a:ext cx="4950927" cy="201168"/>
          </a:xfrm>
          <a:prstGeom prst="rect">
            <a:avLst/>
          </a:prstGeom>
          <a:solidFill>
            <a:srgbClr val="F8F9FA"/>
          </a:solidFill>
          <a:ln w="12700">
            <a:solidFill>
              <a:srgbClr val="F8F9FA"/>
            </a:solidFill>
            <a:prstDash val="solid"/>
          </a:ln>
        </p:spPr>
      </p:sp>
      <p:sp>
        <p:nvSpPr>
          <p:cNvPr id="170" name="Text 162"/>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71" name="Text 163"/>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Santri</a:t>
            </a:r>
            <a:endParaRPr lang="en-US" sz="700" dirty="0"/>
          </a:p>
        </p:txBody>
      </p:sp>
      <p:sp>
        <p:nvSpPr>
          <p:cNvPr id="172" name="Shape 164"/>
          <p:cNvSpPr/>
          <p:nvPr/>
        </p:nvSpPr>
        <p:spPr>
          <a:xfrm>
            <a:off x="1913656" y="3794216"/>
            <a:ext cx="731520" cy="201168"/>
          </a:xfrm>
          <a:prstGeom prst="rect">
            <a:avLst/>
          </a:prstGeom>
          <a:solidFill>
            <a:srgbClr val="E1EFFE"/>
          </a:solidFill>
          <a:ln w="12700">
            <a:solidFill>
              <a:srgbClr val="E1EFFE"/>
            </a:solidFill>
            <a:prstDash val="solid"/>
          </a:ln>
        </p:spPr>
      </p:sp>
      <p:sp>
        <p:nvSpPr>
          <p:cNvPr id="173" name="Text 165"/>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Setoran</a:t>
            </a:r>
            <a:endParaRPr lang="en-US" sz="700" dirty="0"/>
          </a:p>
        </p:txBody>
      </p:sp>
      <p:sp>
        <p:nvSpPr>
          <p:cNvPr id="174" name="Shape 166"/>
          <p:cNvSpPr/>
          <p:nvPr/>
        </p:nvSpPr>
        <p:spPr>
          <a:xfrm>
            <a:off x="2416576" y="2784956"/>
            <a:ext cx="512064" cy="174163"/>
          </a:xfrm>
          <a:prstGeom prst="roundRect">
            <a:avLst>
              <a:gd name="adj" fmla="val 26251"/>
            </a:avLst>
          </a:prstGeom>
          <a:solidFill>
            <a:srgbClr val="FFFFFF">
              <a:alpha val="0"/>
            </a:srgbClr>
          </a:solidFill>
          <a:ln w="31750">
            <a:solidFill>
              <a:srgbClr val="E53935"/>
            </a:solidFill>
            <a:prstDash val="solid"/>
          </a:ln>
        </p:spPr>
      </p:sp>
      <p:sp>
        <p:nvSpPr>
          <p:cNvPr id="175" name="Shape 167"/>
          <p:cNvSpPr/>
          <p:nvPr/>
        </p:nvSpPr>
        <p:spPr>
          <a:xfrm>
            <a:off x="2791480" y="2647796"/>
            <a:ext cx="274320" cy="274320"/>
          </a:xfrm>
          <a:prstGeom prst="ellipse">
            <a:avLst/>
          </a:prstGeom>
          <a:solidFill>
            <a:srgbClr val="E53935"/>
          </a:solidFill>
          <a:ln w="12700">
            <a:solidFill>
              <a:srgbClr val="FFFFFF"/>
            </a:solidFill>
            <a:prstDash val="solid"/>
          </a:ln>
        </p:spPr>
      </p:sp>
      <p:sp>
        <p:nvSpPr>
          <p:cNvPr id="176" name="Text 168"/>
          <p:cNvSpPr txBox="1"/>
          <p:nvPr/>
        </p:nvSpPr>
        <p:spPr>
          <a:xfrm>
            <a:off x="2791480" y="26477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77" name="Image 6" descr="preencoded.png">    </p:cNvPr>
          <p:cNvPicPr>
            <a:picLocks noChangeAspect="1"/>
          </p:cNvPicPr>
          <p:nvPr/>
        </p:nvPicPr>
        <p:blipFill>
          <a:blip r:embed="rId7"/>
          <a:stretch>
            <a:fillRect/>
          </a:stretch>
        </p:blipFill>
        <p:spPr>
          <a:xfrm>
            <a:off x="2695468" y="2878003"/>
            <a:ext cx="237744" cy="237744"/>
          </a:xfrm>
          <a:prstGeom prst="rect">
            <a:avLst/>
          </a:prstGeom>
        </p:spPr>
      </p:pic>
      <p:sp>
        <p:nvSpPr>
          <p:cNvPr id="178" name="Shape 169"/>
          <p:cNvSpPr/>
          <p:nvPr/>
        </p:nvSpPr>
        <p:spPr>
          <a:xfrm>
            <a:off x="2416576" y="3023555"/>
            <a:ext cx="512064" cy="174163"/>
          </a:xfrm>
          <a:prstGeom prst="roundRect">
            <a:avLst>
              <a:gd name="adj" fmla="val 26251"/>
            </a:avLst>
          </a:prstGeom>
          <a:solidFill>
            <a:srgbClr val="FFFFFF">
              <a:alpha val="0"/>
            </a:srgbClr>
          </a:solidFill>
          <a:ln w="31750">
            <a:solidFill>
              <a:srgbClr val="E53935"/>
            </a:solidFill>
            <a:prstDash val="solid"/>
          </a:ln>
        </p:spPr>
      </p:sp>
      <p:sp>
        <p:nvSpPr>
          <p:cNvPr id="179" name="Shape 170"/>
          <p:cNvSpPr/>
          <p:nvPr/>
        </p:nvSpPr>
        <p:spPr>
          <a:xfrm>
            <a:off x="2791480" y="2886395"/>
            <a:ext cx="274320" cy="274320"/>
          </a:xfrm>
          <a:prstGeom prst="ellipse">
            <a:avLst/>
          </a:prstGeom>
          <a:solidFill>
            <a:srgbClr val="E53935"/>
          </a:solidFill>
          <a:ln w="12700">
            <a:solidFill>
              <a:srgbClr val="FFFFFF"/>
            </a:solidFill>
            <a:prstDash val="solid"/>
          </a:ln>
        </p:spPr>
      </p:sp>
      <p:sp>
        <p:nvSpPr>
          <p:cNvPr id="180" name="Text 171"/>
          <p:cNvSpPr txBox="1"/>
          <p:nvPr/>
        </p:nvSpPr>
        <p:spPr>
          <a:xfrm>
            <a:off x="2791480" y="288639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81" name="Image 7" descr="preencoded.png">    </p:cNvPr>
          <p:cNvPicPr>
            <a:picLocks noChangeAspect="1"/>
          </p:cNvPicPr>
          <p:nvPr/>
        </p:nvPicPr>
        <p:blipFill>
          <a:blip r:embed="rId8"/>
          <a:stretch>
            <a:fillRect/>
          </a:stretch>
        </p:blipFill>
        <p:spPr>
          <a:xfrm>
            <a:off x="2695468" y="3116602"/>
            <a:ext cx="237744" cy="237744"/>
          </a:xfrm>
          <a:prstGeom prst="rect">
            <a:avLst/>
          </a:prstGeom>
        </p:spPr>
      </p:pic>
      <p:sp>
        <p:nvSpPr>
          <p:cNvPr id="182" name="Text 17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183" name="Text 17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ubah halaqah/kelas di lembar Santri</a:t>
            </a:r>
            <a:endParaRPr lang="en-US" sz="1800" dirty="0"/>
          </a:p>
        </p:txBody>
      </p:sp>
      <p:sp>
        <p:nvSpPr>
          <p:cNvPr id="184" name="Text 17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lembar Santri, ubah kelas Ahmad menjadi 9B. Buka lembar Setoran: semua baris Ahmad ikut berubah. Kembalikan.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20</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mengumpulkan: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Lembar Santri (6–8 santri fiktif) dan Setoran (minimal 8 baris).</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VLOOKUP untuk Nama dan Kelas di seluruh baris Setoran.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Dropdown kode dari lembar Santri.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apa yang muncul jika kode tidak ada di tabel Santri? (#N/A)</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2 lembar berhubungan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VLOOKUP menampilkan nama benar</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Dropdown kode dari tabel Santri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Perubahan nama ikut berubah</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terjadi jika kode tidak ditemukan?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Di mana VLOOKUP berguna di pesantren?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Kejujuran data: satu sumber yang benar lebih baik daripada banyak salinan yang berbeda-beda.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Rancangan Database Proyek.</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21</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Rancangan Database Proyek</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database berhubungan untuk aplikasi kelompok</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7: Database Sederhana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Database seperti apa yang dibutuhkan aplikasi kelompok kalian?</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21</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Membangun database berhubungan sesuai rancangan proyek</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ringkasan per santri dengan SUMIF/COUNTIF</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Menyiapkan database untuk disambungkan ke website</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Fungsi Ringkasan per Kategori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COUNTIF</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Banyak setoran Ahmad: =COUNTIF(Setoran!B:B, "S001")</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SUMIF</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Total ayat Ahmad: =SUMIF(Setoran!B:B, "S001", Setoran!F:F)</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AVERAGEIF</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Rata-rata ayat Ahmad: =AVERAGEIF(Setoran!B:B, "S001", Setoran!F:F)</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VLOOKUP</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Ambil nama dan target dari tabel lain.</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Daftar Periksa Database Siap Pakai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Harus Ada</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Setiap tabel punya primary key unik</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Baris judul jelas, tanpa spasi aneh</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Dropdown untuk kolom kunci</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Tidak Boleh Ada</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Nama lengkap, alamat, nomor HP</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Kode ganda di tabel utama</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Kolom yang menggabungkan dua data</a:t>
            </a:r>
            <a:endParaRPr lang="en-US" sz="14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Membangun Database Proyek</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7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Tabel sesuai rancangan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Lembar ringkasan</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Pemeriksaan dan 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Tabel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Database_Proyek_Kel3 -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Database_Proyek_Kel3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5486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92448" y="2573789"/>
            <a:ext cx="777240" cy="119299"/>
          </a:xfrm>
          <a:prstGeom prst="rect">
            <a:avLst/>
          </a:prstGeom>
          <a:solidFill>
            <a:srgbClr val="F8F9FA"/>
          </a:solidFill>
          <a:ln w="6350">
            <a:solidFill>
              <a:srgbClr val="DDDDDD"/>
            </a:solidFill>
            <a:prstDash val="solid"/>
          </a:ln>
        </p:spPr>
      </p:sp>
      <p:sp>
        <p:nvSpPr>
          <p:cNvPr id="64" name="Text 56"/>
          <p:cNvSpPr txBox="1"/>
          <p:nvPr/>
        </p:nvSpPr>
        <p:spPr>
          <a:xfrm>
            <a:off x="139244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69688" y="2573789"/>
            <a:ext cx="502920" cy="119299"/>
          </a:xfrm>
          <a:prstGeom prst="rect">
            <a:avLst/>
          </a:prstGeom>
          <a:solidFill>
            <a:srgbClr val="F8F9FA"/>
          </a:solidFill>
          <a:ln w="6350">
            <a:solidFill>
              <a:srgbClr val="DDDDDD"/>
            </a:solidFill>
            <a:prstDash val="solid"/>
          </a:ln>
        </p:spPr>
      </p:sp>
      <p:sp>
        <p:nvSpPr>
          <p:cNvPr id="66" name="Text 58"/>
          <p:cNvSpPr txBox="1"/>
          <p:nvPr/>
        </p:nvSpPr>
        <p:spPr>
          <a:xfrm>
            <a:off x="216968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8580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54864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3" name="Shape 65"/>
          <p:cNvSpPr/>
          <p:nvPr/>
        </p:nvSpPr>
        <p:spPr>
          <a:xfrm>
            <a:off x="1392448" y="2693089"/>
            <a:ext cx="777240" cy="119299"/>
          </a:xfrm>
          <a:prstGeom prst="rect">
            <a:avLst/>
          </a:prstGeom>
          <a:solidFill>
            <a:srgbClr val="0F4C3A"/>
          </a:solidFill>
          <a:ln w="6350">
            <a:solidFill>
              <a:srgbClr val="E2E2E2"/>
            </a:solidFill>
            <a:prstDash val="solid"/>
          </a:ln>
        </p:spPr>
      </p:sp>
      <p:sp>
        <p:nvSpPr>
          <p:cNvPr id="74" name="Text 66"/>
          <p:cNvSpPr txBox="1"/>
          <p:nvPr/>
        </p:nvSpPr>
        <p:spPr>
          <a:xfrm>
            <a:off x="141988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5" name="Shape 67"/>
          <p:cNvSpPr/>
          <p:nvPr/>
        </p:nvSpPr>
        <p:spPr>
          <a:xfrm>
            <a:off x="2169688" y="2693089"/>
            <a:ext cx="502920" cy="119299"/>
          </a:xfrm>
          <a:prstGeom prst="rect">
            <a:avLst/>
          </a:prstGeom>
          <a:solidFill>
            <a:srgbClr val="0F4C3A"/>
          </a:solidFill>
          <a:ln w="6350">
            <a:solidFill>
              <a:srgbClr val="E2E2E2"/>
            </a:solidFill>
            <a:prstDash val="solid"/>
          </a:ln>
        </p:spPr>
      </p:sp>
      <p:sp>
        <p:nvSpPr>
          <p:cNvPr id="76" name="Text 68"/>
          <p:cNvSpPr txBox="1"/>
          <p:nvPr/>
        </p:nvSpPr>
        <p:spPr>
          <a:xfrm>
            <a:off x="219712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77" name="Shape 69"/>
          <p:cNvSpPr/>
          <p:nvPr/>
        </p:nvSpPr>
        <p:spPr>
          <a:xfrm>
            <a:off x="2672608" y="2693089"/>
            <a:ext cx="685800" cy="119299"/>
          </a:xfrm>
          <a:prstGeom prst="rect">
            <a:avLst/>
          </a:prstGeom>
          <a:solidFill>
            <a:srgbClr val="0F4C3A"/>
          </a:solidFill>
          <a:ln w="6350">
            <a:solidFill>
              <a:srgbClr val="E2E2E2"/>
            </a:solidFill>
            <a:prstDash val="solid"/>
          </a:ln>
        </p:spPr>
      </p:sp>
      <p:sp>
        <p:nvSpPr>
          <p:cNvPr id="78" name="Text 70"/>
          <p:cNvSpPr txBox="1"/>
          <p:nvPr/>
        </p:nvSpPr>
        <p:spPr>
          <a:xfrm>
            <a:off x="270004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Halaqah</a:t>
            </a:r>
            <a:endParaRPr lang="en-US" sz="600" dirty="0"/>
          </a:p>
        </p:txBody>
      </p:sp>
      <p:sp>
        <p:nvSpPr>
          <p:cNvPr id="79" name="Shape 71"/>
          <p:cNvSpPr/>
          <p:nvPr/>
        </p:nvSpPr>
        <p:spPr>
          <a:xfrm>
            <a:off x="587776" y="2812388"/>
            <a:ext cx="256032" cy="119299"/>
          </a:xfrm>
          <a:prstGeom prst="rect">
            <a:avLst/>
          </a:prstGeom>
          <a:solidFill>
            <a:srgbClr val="F8F9FA"/>
          </a:solidFill>
          <a:ln w="6350">
            <a:solidFill>
              <a:srgbClr val="DDDDDD"/>
            </a:solidFill>
            <a:prstDash val="solid"/>
          </a:ln>
        </p:spPr>
      </p:sp>
      <p:sp>
        <p:nvSpPr>
          <p:cNvPr id="80" name="Text 72"/>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1" name="Shape 73"/>
          <p:cNvSpPr/>
          <p:nvPr/>
        </p:nvSpPr>
        <p:spPr>
          <a:xfrm>
            <a:off x="843808" y="2812388"/>
            <a:ext cx="548640" cy="119299"/>
          </a:xfrm>
          <a:prstGeom prst="rect">
            <a:avLst/>
          </a:prstGeom>
          <a:solidFill>
            <a:srgbClr val="FFFFFF"/>
          </a:solidFill>
          <a:ln w="6350">
            <a:solidFill>
              <a:srgbClr val="E2E2E2"/>
            </a:solidFill>
            <a:prstDash val="solid"/>
          </a:ln>
        </p:spPr>
      </p:sp>
      <p:sp>
        <p:nvSpPr>
          <p:cNvPr id="82" name="Text 74"/>
          <p:cNvSpPr txBox="1"/>
          <p:nvPr/>
        </p:nvSpPr>
        <p:spPr>
          <a:xfrm>
            <a:off x="871240" y="28123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83" name="Shape 75"/>
          <p:cNvSpPr/>
          <p:nvPr/>
        </p:nvSpPr>
        <p:spPr>
          <a:xfrm>
            <a:off x="1392448" y="2812388"/>
            <a:ext cx="777240" cy="119299"/>
          </a:xfrm>
          <a:prstGeom prst="rect">
            <a:avLst/>
          </a:prstGeom>
          <a:solidFill>
            <a:srgbClr val="FFFFFF"/>
          </a:solidFill>
          <a:ln w="6350">
            <a:solidFill>
              <a:srgbClr val="E2E2E2"/>
            </a:solidFill>
            <a:prstDash val="solid"/>
          </a:ln>
        </p:spPr>
      </p:sp>
      <p:sp>
        <p:nvSpPr>
          <p:cNvPr id="84" name="Text 76"/>
          <p:cNvSpPr txBox="1"/>
          <p:nvPr/>
        </p:nvSpPr>
        <p:spPr>
          <a:xfrm>
            <a:off x="141988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85" name="Shape 77"/>
          <p:cNvSpPr/>
          <p:nvPr/>
        </p:nvSpPr>
        <p:spPr>
          <a:xfrm>
            <a:off x="2169688" y="2812388"/>
            <a:ext cx="502920" cy="119299"/>
          </a:xfrm>
          <a:prstGeom prst="rect">
            <a:avLst/>
          </a:prstGeom>
          <a:solidFill>
            <a:srgbClr val="FFFFFF"/>
          </a:solidFill>
          <a:ln w="6350">
            <a:solidFill>
              <a:srgbClr val="E2E2E2"/>
            </a:solidFill>
            <a:prstDash val="solid"/>
          </a:ln>
        </p:spPr>
      </p:sp>
      <p:sp>
        <p:nvSpPr>
          <p:cNvPr id="86" name="Text 78"/>
          <p:cNvSpPr txBox="1"/>
          <p:nvPr/>
        </p:nvSpPr>
        <p:spPr>
          <a:xfrm>
            <a:off x="219712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87" name="Shape 79"/>
          <p:cNvSpPr/>
          <p:nvPr/>
        </p:nvSpPr>
        <p:spPr>
          <a:xfrm>
            <a:off x="2672608" y="2812388"/>
            <a:ext cx="685800" cy="119299"/>
          </a:xfrm>
          <a:prstGeom prst="rect">
            <a:avLst/>
          </a:prstGeom>
          <a:solidFill>
            <a:srgbClr val="FFFFFF"/>
          </a:solidFill>
          <a:ln w="6350">
            <a:solidFill>
              <a:srgbClr val="E2E2E2"/>
            </a:solidFill>
            <a:prstDash val="solid"/>
          </a:ln>
        </p:spPr>
      </p:sp>
      <p:sp>
        <p:nvSpPr>
          <p:cNvPr id="88" name="Text 80"/>
          <p:cNvSpPr txBox="1"/>
          <p:nvPr/>
        </p:nvSpPr>
        <p:spPr>
          <a:xfrm>
            <a:off x="270004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Ust. A</a:t>
            </a:r>
            <a:endParaRPr lang="en-US" sz="600" dirty="0"/>
          </a:p>
        </p:txBody>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548640" cy="119299"/>
          </a:xfrm>
          <a:prstGeom prst="rect">
            <a:avLst/>
          </a:prstGeom>
          <a:solidFill>
            <a:srgbClr val="FFFFFF"/>
          </a:solidFill>
          <a:ln w="6350">
            <a:solidFill>
              <a:srgbClr val="E2E2E2"/>
            </a:solidFill>
            <a:prstDash val="solid"/>
          </a:ln>
        </p:spPr>
      </p:sp>
      <p:sp>
        <p:nvSpPr>
          <p:cNvPr id="92" name="Text 84"/>
          <p:cNvSpPr txBox="1"/>
          <p:nvPr/>
        </p:nvSpPr>
        <p:spPr>
          <a:xfrm>
            <a:off x="871240" y="29316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93" name="Shape 85"/>
          <p:cNvSpPr/>
          <p:nvPr/>
        </p:nvSpPr>
        <p:spPr>
          <a:xfrm>
            <a:off x="1392448" y="2931688"/>
            <a:ext cx="777240" cy="119299"/>
          </a:xfrm>
          <a:prstGeom prst="rect">
            <a:avLst/>
          </a:prstGeom>
          <a:solidFill>
            <a:srgbClr val="FFFFFF"/>
          </a:solidFill>
          <a:ln w="6350">
            <a:solidFill>
              <a:srgbClr val="E2E2E2"/>
            </a:solidFill>
            <a:prstDash val="solid"/>
          </a:ln>
        </p:spPr>
      </p:sp>
      <p:sp>
        <p:nvSpPr>
          <p:cNvPr id="94" name="Text 86"/>
          <p:cNvSpPr txBox="1"/>
          <p:nvPr/>
        </p:nvSpPr>
        <p:spPr>
          <a:xfrm>
            <a:off x="1419880" y="29316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95" name="Shape 87"/>
          <p:cNvSpPr/>
          <p:nvPr/>
        </p:nvSpPr>
        <p:spPr>
          <a:xfrm>
            <a:off x="2169688" y="2931688"/>
            <a:ext cx="502920" cy="119299"/>
          </a:xfrm>
          <a:prstGeom prst="rect">
            <a:avLst/>
          </a:prstGeom>
          <a:solidFill>
            <a:srgbClr val="FFFFFF"/>
          </a:solidFill>
          <a:ln w="6350">
            <a:solidFill>
              <a:srgbClr val="E2E2E2"/>
            </a:solidFill>
            <a:prstDash val="solid"/>
          </a:ln>
        </p:spPr>
      </p:sp>
      <p:sp>
        <p:nvSpPr>
          <p:cNvPr id="96" name="Text 88"/>
          <p:cNvSpPr txBox="1"/>
          <p:nvPr/>
        </p:nvSpPr>
        <p:spPr>
          <a:xfrm>
            <a:off x="219712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97" name="Shape 89"/>
          <p:cNvSpPr/>
          <p:nvPr/>
        </p:nvSpPr>
        <p:spPr>
          <a:xfrm>
            <a:off x="2672608" y="2931688"/>
            <a:ext cx="685800" cy="119299"/>
          </a:xfrm>
          <a:prstGeom prst="rect">
            <a:avLst/>
          </a:prstGeom>
          <a:solidFill>
            <a:srgbClr val="FFFFFF"/>
          </a:solidFill>
          <a:ln w="6350">
            <a:solidFill>
              <a:srgbClr val="E2E2E2"/>
            </a:solidFill>
            <a:prstDash val="solid"/>
          </a:ln>
        </p:spPr>
      </p:sp>
      <p:sp>
        <p:nvSpPr>
          <p:cNvPr id="98" name="Text 90"/>
          <p:cNvSpPr txBox="1"/>
          <p:nvPr/>
        </p:nvSpPr>
        <p:spPr>
          <a:xfrm>
            <a:off x="270004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Ust. A</a:t>
            </a:r>
            <a:endParaRPr lang="en-US" sz="600" dirty="0"/>
          </a:p>
        </p:txBody>
      </p:sp>
      <p:sp>
        <p:nvSpPr>
          <p:cNvPr id="99" name="Shape 91"/>
          <p:cNvSpPr/>
          <p:nvPr/>
        </p:nvSpPr>
        <p:spPr>
          <a:xfrm>
            <a:off x="587776" y="3050987"/>
            <a:ext cx="256032" cy="119299"/>
          </a:xfrm>
          <a:prstGeom prst="rect">
            <a:avLst/>
          </a:prstGeom>
          <a:solidFill>
            <a:srgbClr val="F8F9FA"/>
          </a:solidFill>
          <a:ln w="6350">
            <a:solidFill>
              <a:srgbClr val="DDDDDD"/>
            </a:solidFill>
            <a:prstDash val="solid"/>
          </a:ln>
        </p:spPr>
      </p:sp>
      <p:sp>
        <p:nvSpPr>
          <p:cNvPr id="100" name="Text 92"/>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1" name="Shape 93"/>
          <p:cNvSpPr/>
          <p:nvPr/>
        </p:nvSpPr>
        <p:spPr>
          <a:xfrm>
            <a:off x="843808" y="3050987"/>
            <a:ext cx="548640" cy="119299"/>
          </a:xfrm>
          <a:prstGeom prst="rect">
            <a:avLst/>
          </a:prstGeom>
          <a:solidFill>
            <a:srgbClr val="FFFFFF"/>
          </a:solidFill>
          <a:ln w="6350">
            <a:solidFill>
              <a:srgbClr val="E2E2E2"/>
            </a:solidFill>
            <a:prstDash val="solid"/>
          </a:ln>
        </p:spPr>
      </p:sp>
      <p:sp>
        <p:nvSpPr>
          <p:cNvPr id="102" name="Text 94"/>
          <p:cNvSpPr txBox="1"/>
          <p:nvPr/>
        </p:nvSpPr>
        <p:spPr>
          <a:xfrm>
            <a:off x="871240" y="3050987"/>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03" name="Shape 95"/>
          <p:cNvSpPr/>
          <p:nvPr/>
        </p:nvSpPr>
        <p:spPr>
          <a:xfrm>
            <a:off x="1392448" y="3050987"/>
            <a:ext cx="777240" cy="119299"/>
          </a:xfrm>
          <a:prstGeom prst="rect">
            <a:avLst/>
          </a:prstGeom>
          <a:solidFill>
            <a:srgbClr val="FFFFFF"/>
          </a:solidFill>
          <a:ln w="6350">
            <a:solidFill>
              <a:srgbClr val="E2E2E2"/>
            </a:solidFill>
            <a:prstDash val="solid"/>
          </a:ln>
        </p:spPr>
      </p:sp>
      <p:sp>
        <p:nvSpPr>
          <p:cNvPr id="104" name="Text 96"/>
          <p:cNvSpPr txBox="1"/>
          <p:nvPr/>
        </p:nvSpPr>
        <p:spPr>
          <a:xfrm>
            <a:off x="1419880" y="30509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05" name="Shape 97"/>
          <p:cNvSpPr/>
          <p:nvPr/>
        </p:nvSpPr>
        <p:spPr>
          <a:xfrm>
            <a:off x="2169688" y="3050987"/>
            <a:ext cx="502920" cy="119299"/>
          </a:xfrm>
          <a:prstGeom prst="rect">
            <a:avLst/>
          </a:prstGeom>
          <a:solidFill>
            <a:srgbClr val="FFFFFF"/>
          </a:solidFill>
          <a:ln w="6350">
            <a:solidFill>
              <a:srgbClr val="E2E2E2"/>
            </a:solidFill>
            <a:prstDash val="solid"/>
          </a:ln>
        </p:spPr>
      </p:sp>
      <p:sp>
        <p:nvSpPr>
          <p:cNvPr id="106" name="Text 98"/>
          <p:cNvSpPr txBox="1"/>
          <p:nvPr/>
        </p:nvSpPr>
        <p:spPr>
          <a:xfrm>
            <a:off x="2197120" y="30509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9B</a:t>
            </a:r>
            <a:endParaRPr lang="en-US" sz="600" dirty="0"/>
          </a:p>
        </p:txBody>
      </p:sp>
      <p:sp>
        <p:nvSpPr>
          <p:cNvPr id="107" name="Shape 99"/>
          <p:cNvSpPr/>
          <p:nvPr/>
        </p:nvSpPr>
        <p:spPr>
          <a:xfrm>
            <a:off x="2672608" y="3050987"/>
            <a:ext cx="685800" cy="119299"/>
          </a:xfrm>
          <a:prstGeom prst="rect">
            <a:avLst/>
          </a:prstGeom>
          <a:solidFill>
            <a:srgbClr val="FFFFFF"/>
          </a:solidFill>
          <a:ln w="6350">
            <a:solidFill>
              <a:srgbClr val="E2E2E2"/>
            </a:solidFill>
            <a:prstDash val="solid"/>
          </a:ln>
        </p:spPr>
      </p:sp>
      <p:sp>
        <p:nvSpPr>
          <p:cNvPr id="108" name="Text 100"/>
          <p:cNvSpPr txBox="1"/>
          <p:nvPr/>
        </p:nvSpPr>
        <p:spPr>
          <a:xfrm>
            <a:off x="270004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Ust. B</a:t>
            </a:r>
            <a:endParaRPr lang="en-US" sz="600" dirty="0"/>
          </a:p>
        </p:txBody>
      </p:sp>
      <p:sp>
        <p:nvSpPr>
          <p:cNvPr id="109" name="Shape 101"/>
          <p:cNvSpPr/>
          <p:nvPr/>
        </p:nvSpPr>
        <p:spPr>
          <a:xfrm>
            <a:off x="587776" y="3170287"/>
            <a:ext cx="256032" cy="119299"/>
          </a:xfrm>
          <a:prstGeom prst="rect">
            <a:avLst/>
          </a:prstGeom>
          <a:solidFill>
            <a:srgbClr val="F8F9FA"/>
          </a:solidFill>
          <a:ln w="6350">
            <a:solidFill>
              <a:srgbClr val="DDDDDD"/>
            </a:solidFill>
            <a:prstDash val="solid"/>
          </a:ln>
        </p:spPr>
      </p:sp>
      <p:sp>
        <p:nvSpPr>
          <p:cNvPr id="110" name="Text 10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1" name="Shape 103"/>
          <p:cNvSpPr/>
          <p:nvPr/>
        </p:nvSpPr>
        <p:spPr>
          <a:xfrm>
            <a:off x="843808" y="3170287"/>
            <a:ext cx="548640" cy="119299"/>
          </a:xfrm>
          <a:prstGeom prst="rect">
            <a:avLst/>
          </a:prstGeom>
          <a:solidFill>
            <a:srgbClr val="FFFFFF"/>
          </a:solidFill>
          <a:ln w="6350">
            <a:solidFill>
              <a:srgbClr val="E2E2E2"/>
            </a:solidFill>
            <a:prstDash val="solid"/>
          </a:ln>
        </p:spPr>
      </p:sp>
      <p:sp>
        <p:nvSpPr>
          <p:cNvPr id="112" name="Text 104"/>
          <p:cNvSpPr txBox="1"/>
          <p:nvPr/>
        </p:nvSpPr>
        <p:spPr>
          <a:xfrm>
            <a:off x="871240" y="3170287"/>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13" name="Shape 105"/>
          <p:cNvSpPr/>
          <p:nvPr/>
        </p:nvSpPr>
        <p:spPr>
          <a:xfrm>
            <a:off x="1392448" y="3170287"/>
            <a:ext cx="777240" cy="119299"/>
          </a:xfrm>
          <a:prstGeom prst="rect">
            <a:avLst/>
          </a:prstGeom>
          <a:solidFill>
            <a:srgbClr val="FFFFFF"/>
          </a:solidFill>
          <a:ln w="6350">
            <a:solidFill>
              <a:srgbClr val="E2E2E2"/>
            </a:solidFill>
            <a:prstDash val="solid"/>
          </a:ln>
        </p:spPr>
      </p:sp>
      <p:sp>
        <p:nvSpPr>
          <p:cNvPr id="114" name="Text 106"/>
          <p:cNvSpPr txBox="1"/>
          <p:nvPr/>
        </p:nvSpPr>
        <p:spPr>
          <a:xfrm>
            <a:off x="1419880" y="31702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15" name="Shape 107"/>
          <p:cNvSpPr/>
          <p:nvPr/>
        </p:nvSpPr>
        <p:spPr>
          <a:xfrm>
            <a:off x="2169688" y="3170287"/>
            <a:ext cx="502920" cy="119299"/>
          </a:xfrm>
          <a:prstGeom prst="rect">
            <a:avLst/>
          </a:prstGeom>
          <a:solidFill>
            <a:srgbClr val="FFFFFF"/>
          </a:solidFill>
          <a:ln w="6350">
            <a:solidFill>
              <a:srgbClr val="E2E2E2"/>
            </a:solidFill>
            <a:prstDash val="solid"/>
          </a:ln>
        </p:spPr>
      </p:sp>
      <p:sp>
        <p:nvSpPr>
          <p:cNvPr id="116" name="Text 108"/>
          <p:cNvSpPr txBox="1"/>
          <p:nvPr/>
        </p:nvSpPr>
        <p:spPr>
          <a:xfrm>
            <a:off x="2197120" y="31702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9B</a:t>
            </a:r>
            <a:endParaRPr lang="en-US" sz="600" dirty="0"/>
          </a:p>
        </p:txBody>
      </p:sp>
      <p:sp>
        <p:nvSpPr>
          <p:cNvPr id="117" name="Shape 109"/>
          <p:cNvSpPr/>
          <p:nvPr/>
        </p:nvSpPr>
        <p:spPr>
          <a:xfrm>
            <a:off x="2672608" y="3170287"/>
            <a:ext cx="685800" cy="119299"/>
          </a:xfrm>
          <a:prstGeom prst="rect">
            <a:avLst/>
          </a:prstGeom>
          <a:solidFill>
            <a:srgbClr val="FFFFFF"/>
          </a:solidFill>
          <a:ln w="6350">
            <a:solidFill>
              <a:srgbClr val="E2E2E2"/>
            </a:solidFill>
            <a:prstDash val="solid"/>
          </a:ln>
        </p:spPr>
      </p:sp>
      <p:sp>
        <p:nvSpPr>
          <p:cNvPr id="118" name="Text 110"/>
          <p:cNvSpPr txBox="1"/>
          <p:nvPr/>
        </p:nvSpPr>
        <p:spPr>
          <a:xfrm>
            <a:off x="270004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Ust. B</a:t>
            </a:r>
            <a:endParaRPr lang="en-US" sz="600" dirty="0"/>
          </a:p>
        </p:txBody>
      </p:sp>
      <p:sp>
        <p:nvSpPr>
          <p:cNvPr id="119" name="Shape 111"/>
          <p:cNvSpPr/>
          <p:nvPr/>
        </p:nvSpPr>
        <p:spPr>
          <a:xfrm>
            <a:off x="587776" y="3289586"/>
            <a:ext cx="256032" cy="119299"/>
          </a:xfrm>
          <a:prstGeom prst="rect">
            <a:avLst/>
          </a:prstGeom>
          <a:solidFill>
            <a:srgbClr val="F8F9FA"/>
          </a:solidFill>
          <a:ln w="6350">
            <a:solidFill>
              <a:srgbClr val="DDDDDD"/>
            </a:solidFill>
            <a:prstDash val="solid"/>
          </a:ln>
        </p:spPr>
      </p:sp>
      <p:sp>
        <p:nvSpPr>
          <p:cNvPr id="120" name="Text 11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21" name="Shape 113"/>
          <p:cNvSpPr/>
          <p:nvPr/>
        </p:nvSpPr>
        <p:spPr>
          <a:xfrm>
            <a:off x="843808" y="3289586"/>
            <a:ext cx="548640" cy="119299"/>
          </a:xfrm>
          <a:prstGeom prst="rect">
            <a:avLst/>
          </a:prstGeom>
          <a:solidFill>
            <a:srgbClr val="FFFFFF"/>
          </a:solidFill>
          <a:ln w="6350">
            <a:solidFill>
              <a:srgbClr val="E2E2E2"/>
            </a:solidFill>
            <a:prstDash val="solid"/>
          </a:ln>
        </p:spPr>
      </p:sp>
      <p:sp>
        <p:nvSpPr>
          <p:cNvPr id="122" name="Shape 114"/>
          <p:cNvSpPr/>
          <p:nvPr/>
        </p:nvSpPr>
        <p:spPr>
          <a:xfrm>
            <a:off x="1392448" y="3289586"/>
            <a:ext cx="777240" cy="119299"/>
          </a:xfrm>
          <a:prstGeom prst="rect">
            <a:avLst/>
          </a:prstGeom>
          <a:solidFill>
            <a:srgbClr val="FFFFFF"/>
          </a:solidFill>
          <a:ln w="6350">
            <a:solidFill>
              <a:srgbClr val="E2E2E2"/>
            </a:solidFill>
            <a:prstDash val="solid"/>
          </a:ln>
        </p:spPr>
      </p:sp>
      <p:sp>
        <p:nvSpPr>
          <p:cNvPr id="123" name="Shape 115"/>
          <p:cNvSpPr/>
          <p:nvPr/>
        </p:nvSpPr>
        <p:spPr>
          <a:xfrm>
            <a:off x="2169688" y="3289586"/>
            <a:ext cx="502920" cy="119299"/>
          </a:xfrm>
          <a:prstGeom prst="rect">
            <a:avLst/>
          </a:prstGeom>
          <a:solidFill>
            <a:srgbClr val="FFFFFF"/>
          </a:solidFill>
          <a:ln w="6350">
            <a:solidFill>
              <a:srgbClr val="E2E2E2"/>
            </a:solidFill>
            <a:prstDash val="solid"/>
          </a:ln>
        </p:spPr>
      </p:sp>
      <p:sp>
        <p:nvSpPr>
          <p:cNvPr id="124" name="Shape 116"/>
          <p:cNvSpPr/>
          <p:nvPr/>
        </p:nvSpPr>
        <p:spPr>
          <a:xfrm>
            <a:off x="2672608" y="3289586"/>
            <a:ext cx="685800" cy="119299"/>
          </a:xfrm>
          <a:prstGeom prst="rect">
            <a:avLst/>
          </a:prstGeom>
          <a:solidFill>
            <a:srgbClr val="FFFFFF"/>
          </a:solidFill>
          <a:ln w="6350">
            <a:solidFill>
              <a:srgbClr val="E2E2E2"/>
            </a:solidFill>
            <a:prstDash val="solid"/>
          </a:ln>
        </p:spPr>
      </p:sp>
      <p:sp>
        <p:nvSpPr>
          <p:cNvPr id="125" name="Shape 117"/>
          <p:cNvSpPr/>
          <p:nvPr/>
        </p:nvSpPr>
        <p:spPr>
          <a:xfrm>
            <a:off x="587776" y="3408885"/>
            <a:ext cx="256032" cy="119299"/>
          </a:xfrm>
          <a:prstGeom prst="rect">
            <a:avLst/>
          </a:prstGeom>
          <a:solidFill>
            <a:srgbClr val="F8F9FA"/>
          </a:solidFill>
          <a:ln w="6350">
            <a:solidFill>
              <a:srgbClr val="DDDDDD"/>
            </a:solidFill>
            <a:prstDash val="solid"/>
          </a:ln>
        </p:spPr>
      </p:sp>
      <p:sp>
        <p:nvSpPr>
          <p:cNvPr id="126" name="Text 11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7" name="Shape 119"/>
          <p:cNvSpPr/>
          <p:nvPr/>
        </p:nvSpPr>
        <p:spPr>
          <a:xfrm>
            <a:off x="843808" y="3408885"/>
            <a:ext cx="548640" cy="119299"/>
          </a:xfrm>
          <a:prstGeom prst="rect">
            <a:avLst/>
          </a:prstGeom>
          <a:solidFill>
            <a:srgbClr val="FFFFFF"/>
          </a:solidFill>
          <a:ln w="6350">
            <a:solidFill>
              <a:srgbClr val="E2E2E2"/>
            </a:solidFill>
            <a:prstDash val="solid"/>
          </a:ln>
        </p:spPr>
      </p:sp>
      <p:sp>
        <p:nvSpPr>
          <p:cNvPr id="128" name="Shape 120"/>
          <p:cNvSpPr/>
          <p:nvPr/>
        </p:nvSpPr>
        <p:spPr>
          <a:xfrm>
            <a:off x="1392448" y="3408885"/>
            <a:ext cx="777240" cy="119299"/>
          </a:xfrm>
          <a:prstGeom prst="rect">
            <a:avLst/>
          </a:prstGeom>
          <a:solidFill>
            <a:srgbClr val="FFFFFF"/>
          </a:solidFill>
          <a:ln w="6350">
            <a:solidFill>
              <a:srgbClr val="E2E2E2"/>
            </a:solidFill>
            <a:prstDash val="solid"/>
          </a:ln>
        </p:spPr>
      </p:sp>
      <p:sp>
        <p:nvSpPr>
          <p:cNvPr id="129" name="Shape 121"/>
          <p:cNvSpPr/>
          <p:nvPr/>
        </p:nvSpPr>
        <p:spPr>
          <a:xfrm>
            <a:off x="2169688" y="3408885"/>
            <a:ext cx="502920" cy="119299"/>
          </a:xfrm>
          <a:prstGeom prst="rect">
            <a:avLst/>
          </a:prstGeom>
          <a:solidFill>
            <a:srgbClr val="FFFFFF"/>
          </a:solidFill>
          <a:ln w="6350">
            <a:solidFill>
              <a:srgbClr val="E2E2E2"/>
            </a:solidFill>
            <a:prstDash val="solid"/>
          </a:ln>
        </p:spPr>
      </p:sp>
      <p:sp>
        <p:nvSpPr>
          <p:cNvPr id="130" name="Shape 122"/>
          <p:cNvSpPr/>
          <p:nvPr/>
        </p:nvSpPr>
        <p:spPr>
          <a:xfrm>
            <a:off x="2672608" y="3408885"/>
            <a:ext cx="685800" cy="119299"/>
          </a:xfrm>
          <a:prstGeom prst="rect">
            <a:avLst/>
          </a:prstGeom>
          <a:solidFill>
            <a:srgbClr val="FFFFFF"/>
          </a:solidFill>
          <a:ln w="6350">
            <a:solidFill>
              <a:srgbClr val="E2E2E2"/>
            </a:solidFill>
            <a:prstDash val="solid"/>
          </a:ln>
        </p:spPr>
      </p:sp>
      <p:sp>
        <p:nvSpPr>
          <p:cNvPr id="131" name="Shape 123"/>
          <p:cNvSpPr/>
          <p:nvPr/>
        </p:nvSpPr>
        <p:spPr>
          <a:xfrm>
            <a:off x="587776" y="3528185"/>
            <a:ext cx="256032" cy="119299"/>
          </a:xfrm>
          <a:prstGeom prst="rect">
            <a:avLst/>
          </a:prstGeom>
          <a:solidFill>
            <a:srgbClr val="F8F9FA"/>
          </a:solidFill>
          <a:ln w="6350">
            <a:solidFill>
              <a:srgbClr val="DDDDDD"/>
            </a:solidFill>
            <a:prstDash val="solid"/>
          </a:ln>
        </p:spPr>
      </p:sp>
      <p:sp>
        <p:nvSpPr>
          <p:cNvPr id="132" name="Text 12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3" name="Shape 125"/>
          <p:cNvSpPr/>
          <p:nvPr/>
        </p:nvSpPr>
        <p:spPr>
          <a:xfrm>
            <a:off x="843808" y="3528185"/>
            <a:ext cx="548640" cy="119299"/>
          </a:xfrm>
          <a:prstGeom prst="rect">
            <a:avLst/>
          </a:prstGeom>
          <a:solidFill>
            <a:srgbClr val="FFFFFF"/>
          </a:solidFill>
          <a:ln w="6350">
            <a:solidFill>
              <a:srgbClr val="E2E2E2"/>
            </a:solidFill>
            <a:prstDash val="solid"/>
          </a:ln>
        </p:spPr>
      </p:sp>
      <p:sp>
        <p:nvSpPr>
          <p:cNvPr id="134" name="Shape 126"/>
          <p:cNvSpPr/>
          <p:nvPr/>
        </p:nvSpPr>
        <p:spPr>
          <a:xfrm>
            <a:off x="1392448" y="3528185"/>
            <a:ext cx="777240" cy="119299"/>
          </a:xfrm>
          <a:prstGeom prst="rect">
            <a:avLst/>
          </a:prstGeom>
          <a:solidFill>
            <a:srgbClr val="FFFFFF"/>
          </a:solidFill>
          <a:ln w="6350">
            <a:solidFill>
              <a:srgbClr val="E2E2E2"/>
            </a:solidFill>
            <a:prstDash val="solid"/>
          </a:ln>
        </p:spPr>
      </p:sp>
      <p:sp>
        <p:nvSpPr>
          <p:cNvPr id="135" name="Shape 127"/>
          <p:cNvSpPr/>
          <p:nvPr/>
        </p:nvSpPr>
        <p:spPr>
          <a:xfrm>
            <a:off x="2169688" y="3528185"/>
            <a:ext cx="502920" cy="119299"/>
          </a:xfrm>
          <a:prstGeom prst="rect">
            <a:avLst/>
          </a:prstGeom>
          <a:solidFill>
            <a:srgbClr val="FFFFFF"/>
          </a:solidFill>
          <a:ln w="6350">
            <a:solidFill>
              <a:srgbClr val="E2E2E2"/>
            </a:solidFill>
            <a:prstDash val="solid"/>
          </a:ln>
        </p:spPr>
      </p:sp>
      <p:sp>
        <p:nvSpPr>
          <p:cNvPr id="136" name="Shape 128"/>
          <p:cNvSpPr/>
          <p:nvPr/>
        </p:nvSpPr>
        <p:spPr>
          <a:xfrm>
            <a:off x="2672608" y="3528185"/>
            <a:ext cx="68580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548640" cy="119299"/>
          </a:xfrm>
          <a:prstGeom prst="rect">
            <a:avLst/>
          </a:prstGeom>
          <a:solidFill>
            <a:srgbClr val="FFFFFF"/>
          </a:solidFill>
          <a:ln w="6350">
            <a:solidFill>
              <a:srgbClr val="E2E2E2"/>
            </a:solidFill>
            <a:prstDash val="solid"/>
          </a:ln>
        </p:spPr>
      </p:sp>
      <p:sp>
        <p:nvSpPr>
          <p:cNvPr id="140" name="Shape 132"/>
          <p:cNvSpPr/>
          <p:nvPr/>
        </p:nvSpPr>
        <p:spPr>
          <a:xfrm>
            <a:off x="1392448" y="3647484"/>
            <a:ext cx="777240" cy="119299"/>
          </a:xfrm>
          <a:prstGeom prst="rect">
            <a:avLst/>
          </a:prstGeom>
          <a:solidFill>
            <a:srgbClr val="FFFFFF"/>
          </a:solidFill>
          <a:ln w="6350">
            <a:solidFill>
              <a:srgbClr val="E2E2E2"/>
            </a:solidFill>
            <a:prstDash val="solid"/>
          </a:ln>
        </p:spPr>
      </p:sp>
      <p:sp>
        <p:nvSpPr>
          <p:cNvPr id="141" name="Shape 133"/>
          <p:cNvSpPr/>
          <p:nvPr/>
        </p:nvSpPr>
        <p:spPr>
          <a:xfrm>
            <a:off x="2169688" y="3647484"/>
            <a:ext cx="502920" cy="119299"/>
          </a:xfrm>
          <a:prstGeom prst="rect">
            <a:avLst/>
          </a:prstGeom>
          <a:solidFill>
            <a:srgbClr val="FFFFFF"/>
          </a:solidFill>
          <a:ln w="6350">
            <a:solidFill>
              <a:srgbClr val="E2E2E2"/>
            </a:solidFill>
            <a:prstDash val="solid"/>
          </a:ln>
        </p:spPr>
      </p:sp>
      <p:sp>
        <p:nvSpPr>
          <p:cNvPr id="142" name="Shape 134"/>
          <p:cNvSpPr/>
          <p:nvPr/>
        </p:nvSpPr>
        <p:spPr>
          <a:xfrm>
            <a:off x="2672608" y="3647484"/>
            <a:ext cx="685800" cy="119299"/>
          </a:xfrm>
          <a:prstGeom prst="rect">
            <a:avLst/>
          </a:prstGeom>
          <a:solidFill>
            <a:srgbClr val="FFFFFF"/>
          </a:solidFill>
          <a:ln w="6350">
            <a:solidFill>
              <a:srgbClr val="E2E2E2"/>
            </a:solidFill>
            <a:prstDash val="solid"/>
          </a:ln>
        </p:spPr>
      </p:sp>
      <p:sp>
        <p:nvSpPr>
          <p:cNvPr id="143" name="Shape 135"/>
          <p:cNvSpPr/>
          <p:nvPr/>
        </p:nvSpPr>
        <p:spPr>
          <a:xfrm>
            <a:off x="587776" y="3794216"/>
            <a:ext cx="4950927" cy="201168"/>
          </a:xfrm>
          <a:prstGeom prst="rect">
            <a:avLst/>
          </a:prstGeom>
          <a:solidFill>
            <a:srgbClr val="F8F9FA"/>
          </a:solidFill>
          <a:ln w="12700">
            <a:solidFill>
              <a:srgbClr val="F8F9FA"/>
            </a:solidFill>
            <a:prstDash val="solid"/>
          </a:ln>
        </p:spPr>
      </p:sp>
      <p:sp>
        <p:nvSpPr>
          <p:cNvPr id="144" name="Text 136"/>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5" name="Shape 137"/>
          <p:cNvSpPr/>
          <p:nvPr/>
        </p:nvSpPr>
        <p:spPr>
          <a:xfrm>
            <a:off x="1136416" y="3794216"/>
            <a:ext cx="731520" cy="201168"/>
          </a:xfrm>
          <a:prstGeom prst="rect">
            <a:avLst/>
          </a:prstGeom>
          <a:solidFill>
            <a:srgbClr val="E1EFFE"/>
          </a:solidFill>
          <a:ln w="12700">
            <a:solidFill>
              <a:srgbClr val="E1EFFE"/>
            </a:solidFill>
            <a:prstDash val="solid"/>
          </a:ln>
        </p:spPr>
      </p:sp>
      <p:sp>
        <p:nvSpPr>
          <p:cNvPr id="146" name="Text 138"/>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Santri</a:t>
            </a:r>
            <a:endParaRPr lang="en-US" sz="700" dirty="0"/>
          </a:p>
        </p:txBody>
      </p:sp>
      <p:sp>
        <p:nvSpPr>
          <p:cNvPr id="147" name="Text 139"/>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Setoran</a:t>
            </a:r>
            <a:endParaRPr lang="en-US" sz="700" dirty="0"/>
          </a:p>
        </p:txBody>
      </p:sp>
      <p:sp>
        <p:nvSpPr>
          <p:cNvPr id="148" name="Text 140"/>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Target</a:t>
            </a:r>
            <a:endParaRPr lang="en-US" sz="700" dirty="0"/>
          </a:p>
        </p:txBody>
      </p:sp>
      <p:sp>
        <p:nvSpPr>
          <p:cNvPr id="149" name="Text 141"/>
          <p:cNvSpPr txBox="1"/>
          <p:nvPr/>
        </p:nvSpPr>
        <p:spPr>
          <a:xfrm>
            <a:off x="346813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50" name="Shape 142"/>
          <p:cNvSpPr/>
          <p:nvPr/>
        </p:nvSpPr>
        <p:spPr>
          <a:xfrm>
            <a:off x="1118128" y="3775928"/>
            <a:ext cx="3099816" cy="237744"/>
          </a:xfrm>
          <a:prstGeom prst="roundRect">
            <a:avLst>
              <a:gd name="adj" fmla="val 19231"/>
            </a:avLst>
          </a:prstGeom>
          <a:solidFill>
            <a:srgbClr val="FFFFFF">
              <a:alpha val="0"/>
            </a:srgbClr>
          </a:solidFill>
          <a:ln w="31750">
            <a:solidFill>
              <a:srgbClr val="E53935"/>
            </a:solidFill>
            <a:prstDash val="solid"/>
          </a:ln>
        </p:spPr>
      </p:sp>
      <p:sp>
        <p:nvSpPr>
          <p:cNvPr id="151" name="Shape 143"/>
          <p:cNvSpPr/>
          <p:nvPr/>
        </p:nvSpPr>
        <p:spPr>
          <a:xfrm>
            <a:off x="4080784" y="3638768"/>
            <a:ext cx="274320" cy="274320"/>
          </a:xfrm>
          <a:prstGeom prst="ellipse">
            <a:avLst/>
          </a:prstGeom>
          <a:solidFill>
            <a:srgbClr val="E53935"/>
          </a:solidFill>
          <a:ln w="12700">
            <a:solidFill>
              <a:srgbClr val="FFFFFF"/>
            </a:solidFill>
            <a:prstDash val="solid"/>
          </a:ln>
        </p:spPr>
      </p:sp>
      <p:sp>
        <p:nvSpPr>
          <p:cNvPr id="152" name="Text 144"/>
          <p:cNvSpPr txBox="1"/>
          <p:nvPr/>
        </p:nvSpPr>
        <p:spPr>
          <a:xfrm>
            <a:off x="4080784" y="36387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153" name="Image 6" descr="preencoded.png">    </p:cNvPr>
          <p:cNvPicPr>
            <a:picLocks noChangeAspect="1"/>
          </p:cNvPicPr>
          <p:nvPr/>
        </p:nvPicPr>
        <p:blipFill>
          <a:blip r:embed="rId7"/>
          <a:stretch>
            <a:fillRect/>
          </a:stretch>
        </p:blipFill>
        <p:spPr>
          <a:xfrm>
            <a:off x="2821198" y="3904858"/>
            <a:ext cx="237744" cy="237744"/>
          </a:xfrm>
          <a:prstGeom prst="rect">
            <a:avLst/>
          </a:prstGeom>
        </p:spPr>
      </p:pic>
      <p:sp>
        <p:nvSpPr>
          <p:cNvPr id="154" name="Text 14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55" name="Text 14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lembar sesuai diagram relasi</a:t>
            </a:r>
            <a:endParaRPr lang="en-US" sz="1800" dirty="0"/>
          </a:p>
        </p:txBody>
      </p:sp>
      <p:sp>
        <p:nvSpPr>
          <p:cNvPr id="156" name="Text 14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Satu tabel = satu lembar. Beri nama lembar sesuai nama tabel. Isi baris judul sesuai rancangan.</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Tabel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Database_Proyek_Kel3 -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Database_Proyek_Kel3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50292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46728" y="2573789"/>
            <a:ext cx="457200" cy="119299"/>
          </a:xfrm>
          <a:prstGeom prst="rect">
            <a:avLst/>
          </a:prstGeom>
          <a:solidFill>
            <a:srgbClr val="F8F9FA"/>
          </a:solidFill>
          <a:ln w="6350">
            <a:solidFill>
              <a:srgbClr val="DDDDDD"/>
            </a:solidFill>
            <a:prstDash val="solid"/>
          </a:ln>
        </p:spPr>
      </p:sp>
      <p:sp>
        <p:nvSpPr>
          <p:cNvPr id="64" name="Text 56"/>
          <p:cNvSpPr txBox="1"/>
          <p:nvPr/>
        </p:nvSpPr>
        <p:spPr>
          <a:xfrm>
            <a:off x="134672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8039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18039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444008" y="2573789"/>
            <a:ext cx="457200" cy="119299"/>
          </a:xfrm>
          <a:prstGeom prst="rect">
            <a:avLst/>
          </a:prstGeom>
          <a:solidFill>
            <a:srgbClr val="F8F9FA"/>
          </a:solidFill>
          <a:ln w="6350">
            <a:solidFill>
              <a:srgbClr val="DDDDDD"/>
            </a:solidFill>
            <a:prstDash val="solid"/>
          </a:ln>
        </p:spPr>
      </p:sp>
      <p:sp>
        <p:nvSpPr>
          <p:cNvPr id="68" name="Text 60"/>
          <p:cNvSpPr txBox="1"/>
          <p:nvPr/>
        </p:nvSpPr>
        <p:spPr>
          <a:xfrm>
            <a:off x="244400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0120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0120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587008" y="2573789"/>
            <a:ext cx="411480" cy="119299"/>
          </a:xfrm>
          <a:prstGeom prst="rect">
            <a:avLst/>
          </a:prstGeom>
          <a:solidFill>
            <a:srgbClr val="F8F9FA"/>
          </a:solidFill>
          <a:ln w="6350">
            <a:solidFill>
              <a:srgbClr val="DDDDDD"/>
            </a:solidFill>
            <a:prstDash val="solid"/>
          </a:ln>
        </p:spPr>
      </p:sp>
      <p:sp>
        <p:nvSpPr>
          <p:cNvPr id="72" name="Text 64"/>
          <p:cNvSpPr txBox="1"/>
          <p:nvPr/>
        </p:nvSpPr>
        <p:spPr>
          <a:xfrm>
            <a:off x="35870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50292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Tanggal</a:t>
            </a:r>
            <a:endParaRPr lang="en-US" sz="600" dirty="0"/>
          </a:p>
        </p:txBody>
      </p:sp>
      <p:sp>
        <p:nvSpPr>
          <p:cNvPr id="77" name="Shape 69"/>
          <p:cNvSpPr/>
          <p:nvPr/>
        </p:nvSpPr>
        <p:spPr>
          <a:xfrm>
            <a:off x="1346728" y="2693089"/>
            <a:ext cx="457200" cy="119299"/>
          </a:xfrm>
          <a:prstGeom prst="rect">
            <a:avLst/>
          </a:prstGeom>
          <a:solidFill>
            <a:srgbClr val="0F4C3A"/>
          </a:solidFill>
          <a:ln w="6350">
            <a:solidFill>
              <a:srgbClr val="E2E2E2"/>
            </a:solidFill>
            <a:prstDash val="solid"/>
          </a:ln>
        </p:spPr>
      </p:sp>
      <p:sp>
        <p:nvSpPr>
          <p:cNvPr id="78" name="Text 70"/>
          <p:cNvSpPr txBox="1"/>
          <p:nvPr/>
        </p:nvSpPr>
        <p:spPr>
          <a:xfrm>
            <a:off x="137416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9" name="Shape 71"/>
          <p:cNvSpPr/>
          <p:nvPr/>
        </p:nvSpPr>
        <p:spPr>
          <a:xfrm>
            <a:off x="18039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18313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81" name="Shape 73"/>
          <p:cNvSpPr/>
          <p:nvPr/>
        </p:nvSpPr>
        <p:spPr>
          <a:xfrm>
            <a:off x="2444008" y="2693089"/>
            <a:ext cx="457200" cy="119299"/>
          </a:xfrm>
          <a:prstGeom prst="rect">
            <a:avLst/>
          </a:prstGeom>
          <a:solidFill>
            <a:srgbClr val="0F4C3A"/>
          </a:solidFill>
          <a:ln w="6350">
            <a:solidFill>
              <a:srgbClr val="E2E2E2"/>
            </a:solidFill>
            <a:prstDash val="solid"/>
          </a:ln>
        </p:spPr>
      </p:sp>
      <p:sp>
        <p:nvSpPr>
          <p:cNvPr id="82" name="Text 74"/>
          <p:cNvSpPr txBox="1"/>
          <p:nvPr/>
        </p:nvSpPr>
        <p:spPr>
          <a:xfrm>
            <a:off x="247144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3" name="Shape 75"/>
          <p:cNvSpPr/>
          <p:nvPr/>
        </p:nvSpPr>
        <p:spPr>
          <a:xfrm>
            <a:off x="290120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292864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Surat</a:t>
            </a:r>
            <a:endParaRPr lang="en-US" sz="600" dirty="0"/>
          </a:p>
        </p:txBody>
      </p:sp>
      <p:sp>
        <p:nvSpPr>
          <p:cNvPr id="85" name="Shape 77"/>
          <p:cNvSpPr/>
          <p:nvPr/>
        </p:nvSpPr>
        <p:spPr>
          <a:xfrm>
            <a:off x="3587008" y="2693089"/>
            <a:ext cx="411480" cy="119299"/>
          </a:xfrm>
          <a:prstGeom prst="rect">
            <a:avLst/>
          </a:prstGeom>
          <a:solidFill>
            <a:srgbClr val="0F4C3A"/>
          </a:solidFill>
          <a:ln w="6350">
            <a:solidFill>
              <a:srgbClr val="E2E2E2"/>
            </a:solidFill>
            <a:prstDash val="solid"/>
          </a:ln>
        </p:spPr>
      </p:sp>
      <p:sp>
        <p:nvSpPr>
          <p:cNvPr id="86" name="Text 78"/>
          <p:cNvSpPr txBox="1"/>
          <p:nvPr/>
        </p:nvSpPr>
        <p:spPr>
          <a:xfrm>
            <a:off x="36144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Ayat</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50292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91" name="Shape 83"/>
          <p:cNvSpPr/>
          <p:nvPr/>
        </p:nvSpPr>
        <p:spPr>
          <a:xfrm>
            <a:off x="1346728" y="2812388"/>
            <a:ext cx="457200" cy="119299"/>
          </a:xfrm>
          <a:prstGeom prst="rect">
            <a:avLst/>
          </a:prstGeom>
          <a:solidFill>
            <a:srgbClr val="FFFFFF"/>
          </a:solidFill>
          <a:ln w="6350">
            <a:solidFill>
              <a:srgbClr val="E2E2E2"/>
            </a:solidFill>
            <a:prstDash val="solid"/>
          </a:ln>
        </p:spPr>
      </p:sp>
      <p:sp>
        <p:nvSpPr>
          <p:cNvPr id="92" name="Text 84"/>
          <p:cNvSpPr txBox="1"/>
          <p:nvPr/>
        </p:nvSpPr>
        <p:spPr>
          <a:xfrm>
            <a:off x="137416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3" name="Shape 85"/>
          <p:cNvSpPr/>
          <p:nvPr/>
        </p:nvSpPr>
        <p:spPr>
          <a:xfrm>
            <a:off x="18039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1831360" y="28123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5" name="Shape 87"/>
          <p:cNvSpPr/>
          <p:nvPr/>
        </p:nvSpPr>
        <p:spPr>
          <a:xfrm>
            <a:off x="2444008" y="2812388"/>
            <a:ext cx="457200" cy="119299"/>
          </a:xfrm>
          <a:prstGeom prst="rect">
            <a:avLst/>
          </a:prstGeom>
          <a:solidFill>
            <a:srgbClr val="FFFFFF"/>
          </a:solidFill>
          <a:ln w="6350">
            <a:solidFill>
              <a:srgbClr val="E2E2E2"/>
            </a:solidFill>
            <a:prstDash val="solid"/>
          </a:ln>
        </p:spPr>
      </p:sp>
      <p:sp>
        <p:nvSpPr>
          <p:cNvPr id="96" name="Text 88"/>
          <p:cNvSpPr txBox="1"/>
          <p:nvPr/>
        </p:nvSpPr>
        <p:spPr>
          <a:xfrm>
            <a:off x="247144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97" name="Shape 89"/>
          <p:cNvSpPr/>
          <p:nvPr/>
        </p:nvSpPr>
        <p:spPr>
          <a:xfrm>
            <a:off x="290120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292864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An-Naba</a:t>
            </a:r>
            <a:endParaRPr lang="en-US" sz="600" dirty="0"/>
          </a:p>
        </p:txBody>
      </p:sp>
      <p:sp>
        <p:nvSpPr>
          <p:cNvPr id="99" name="Shape 91"/>
          <p:cNvSpPr/>
          <p:nvPr/>
        </p:nvSpPr>
        <p:spPr>
          <a:xfrm>
            <a:off x="3587008" y="2812388"/>
            <a:ext cx="411480" cy="119299"/>
          </a:xfrm>
          <a:prstGeom prst="rect">
            <a:avLst/>
          </a:prstGeom>
          <a:solidFill>
            <a:srgbClr val="FFFFFF"/>
          </a:solidFill>
          <a:ln w="6350">
            <a:solidFill>
              <a:srgbClr val="E2E2E2"/>
            </a:solidFill>
            <a:prstDash val="solid"/>
          </a:ln>
        </p:spPr>
      </p:sp>
      <p:sp>
        <p:nvSpPr>
          <p:cNvPr id="100" name="Text 92"/>
          <p:cNvSpPr txBox="1"/>
          <p:nvPr/>
        </p:nvSpPr>
        <p:spPr>
          <a:xfrm>
            <a:off x="3614440" y="28123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20</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50292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105" name="Shape 97"/>
          <p:cNvSpPr/>
          <p:nvPr/>
        </p:nvSpPr>
        <p:spPr>
          <a:xfrm>
            <a:off x="1346728" y="2931688"/>
            <a:ext cx="457200" cy="119299"/>
          </a:xfrm>
          <a:prstGeom prst="rect">
            <a:avLst/>
          </a:prstGeom>
          <a:solidFill>
            <a:srgbClr val="FFFFFF"/>
          </a:solidFill>
          <a:ln w="6350">
            <a:solidFill>
              <a:srgbClr val="E2E2E2"/>
            </a:solidFill>
            <a:prstDash val="solid"/>
          </a:ln>
        </p:spPr>
      </p:sp>
      <p:sp>
        <p:nvSpPr>
          <p:cNvPr id="106" name="Text 98"/>
          <p:cNvSpPr txBox="1"/>
          <p:nvPr/>
        </p:nvSpPr>
        <p:spPr>
          <a:xfrm>
            <a:off x="1374160" y="29316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07" name="Shape 99"/>
          <p:cNvSpPr/>
          <p:nvPr/>
        </p:nvSpPr>
        <p:spPr>
          <a:xfrm>
            <a:off x="1803928" y="2931688"/>
            <a:ext cx="640080" cy="119299"/>
          </a:xfrm>
          <a:prstGeom prst="rect">
            <a:avLst/>
          </a:prstGeom>
          <a:solidFill>
            <a:srgbClr val="FFFFFF"/>
          </a:solidFill>
          <a:ln w="6350">
            <a:solidFill>
              <a:srgbClr val="E2E2E2"/>
            </a:solidFill>
            <a:prstDash val="solid"/>
          </a:ln>
        </p:spPr>
      </p:sp>
      <p:sp>
        <p:nvSpPr>
          <p:cNvPr id="108" name="Text 100"/>
          <p:cNvSpPr txBox="1"/>
          <p:nvPr/>
        </p:nvSpPr>
        <p:spPr>
          <a:xfrm>
            <a:off x="1831360" y="29316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09" name="Shape 101"/>
          <p:cNvSpPr/>
          <p:nvPr/>
        </p:nvSpPr>
        <p:spPr>
          <a:xfrm>
            <a:off x="2444008" y="2931688"/>
            <a:ext cx="457200" cy="119299"/>
          </a:xfrm>
          <a:prstGeom prst="rect">
            <a:avLst/>
          </a:prstGeom>
          <a:solidFill>
            <a:srgbClr val="FFFFFF"/>
          </a:solidFill>
          <a:ln w="6350">
            <a:solidFill>
              <a:srgbClr val="E2E2E2"/>
            </a:solidFill>
            <a:prstDash val="solid"/>
          </a:ln>
        </p:spPr>
      </p:sp>
      <p:sp>
        <p:nvSpPr>
          <p:cNvPr id="110" name="Text 102"/>
          <p:cNvSpPr txBox="1"/>
          <p:nvPr/>
        </p:nvSpPr>
        <p:spPr>
          <a:xfrm>
            <a:off x="2471440" y="29316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9B</a:t>
            </a:r>
            <a:endParaRPr lang="en-US" sz="600" dirty="0"/>
          </a:p>
        </p:txBody>
      </p:sp>
      <p:sp>
        <p:nvSpPr>
          <p:cNvPr id="111" name="Shape 103"/>
          <p:cNvSpPr/>
          <p:nvPr/>
        </p:nvSpPr>
        <p:spPr>
          <a:xfrm>
            <a:off x="290120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292864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An-Naziat</a:t>
            </a:r>
            <a:endParaRPr lang="en-US" sz="600" dirty="0"/>
          </a:p>
        </p:txBody>
      </p:sp>
      <p:sp>
        <p:nvSpPr>
          <p:cNvPr id="113" name="Shape 105"/>
          <p:cNvSpPr/>
          <p:nvPr/>
        </p:nvSpPr>
        <p:spPr>
          <a:xfrm>
            <a:off x="3587008" y="2931688"/>
            <a:ext cx="411480" cy="119299"/>
          </a:xfrm>
          <a:prstGeom prst="rect">
            <a:avLst/>
          </a:prstGeom>
          <a:solidFill>
            <a:srgbClr val="FFFFFF"/>
          </a:solidFill>
          <a:ln w="6350">
            <a:solidFill>
              <a:srgbClr val="E2E2E2"/>
            </a:solidFill>
            <a:prstDash val="solid"/>
          </a:ln>
        </p:spPr>
      </p:sp>
      <p:sp>
        <p:nvSpPr>
          <p:cNvPr id="114" name="Text 106"/>
          <p:cNvSpPr txBox="1"/>
          <p:nvPr/>
        </p:nvSpPr>
        <p:spPr>
          <a:xfrm>
            <a:off x="3614440" y="2931688"/>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15</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50292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04/02</a:t>
            </a:r>
            <a:endParaRPr lang="en-US" sz="600" dirty="0"/>
          </a:p>
        </p:txBody>
      </p:sp>
      <p:sp>
        <p:nvSpPr>
          <p:cNvPr id="119" name="Shape 111"/>
          <p:cNvSpPr/>
          <p:nvPr/>
        </p:nvSpPr>
        <p:spPr>
          <a:xfrm>
            <a:off x="1346728" y="3050987"/>
            <a:ext cx="457200" cy="119299"/>
          </a:xfrm>
          <a:prstGeom prst="rect">
            <a:avLst/>
          </a:prstGeom>
          <a:solidFill>
            <a:srgbClr val="FFFFFF"/>
          </a:solidFill>
          <a:ln w="6350">
            <a:solidFill>
              <a:srgbClr val="E2E2E2"/>
            </a:solidFill>
            <a:prstDash val="solid"/>
          </a:ln>
        </p:spPr>
      </p:sp>
      <p:sp>
        <p:nvSpPr>
          <p:cNvPr id="120" name="Text 112"/>
          <p:cNvSpPr txBox="1"/>
          <p:nvPr/>
        </p:nvSpPr>
        <p:spPr>
          <a:xfrm>
            <a:off x="1374160" y="30509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121" name="Shape 113"/>
          <p:cNvSpPr/>
          <p:nvPr/>
        </p:nvSpPr>
        <p:spPr>
          <a:xfrm>
            <a:off x="1803928" y="3050987"/>
            <a:ext cx="640080" cy="119299"/>
          </a:xfrm>
          <a:prstGeom prst="rect">
            <a:avLst/>
          </a:prstGeom>
          <a:solidFill>
            <a:srgbClr val="FFFFFF"/>
          </a:solidFill>
          <a:ln w="6350">
            <a:solidFill>
              <a:srgbClr val="E2E2E2"/>
            </a:solidFill>
            <a:prstDash val="solid"/>
          </a:ln>
        </p:spPr>
      </p:sp>
      <p:sp>
        <p:nvSpPr>
          <p:cNvPr id="122" name="Text 114"/>
          <p:cNvSpPr txBox="1"/>
          <p:nvPr/>
        </p:nvSpPr>
        <p:spPr>
          <a:xfrm>
            <a:off x="1831360" y="3050987"/>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123" name="Shape 115"/>
          <p:cNvSpPr/>
          <p:nvPr/>
        </p:nvSpPr>
        <p:spPr>
          <a:xfrm>
            <a:off x="2444008" y="3050987"/>
            <a:ext cx="457200" cy="119299"/>
          </a:xfrm>
          <a:prstGeom prst="rect">
            <a:avLst/>
          </a:prstGeom>
          <a:solidFill>
            <a:srgbClr val="FFFFFF"/>
          </a:solidFill>
          <a:ln w="6350">
            <a:solidFill>
              <a:srgbClr val="E2E2E2"/>
            </a:solidFill>
            <a:prstDash val="solid"/>
          </a:ln>
        </p:spPr>
      </p:sp>
      <p:sp>
        <p:nvSpPr>
          <p:cNvPr id="124" name="Text 116"/>
          <p:cNvSpPr txBox="1"/>
          <p:nvPr/>
        </p:nvSpPr>
        <p:spPr>
          <a:xfrm>
            <a:off x="2471440" y="30509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125" name="Shape 117"/>
          <p:cNvSpPr/>
          <p:nvPr/>
        </p:nvSpPr>
        <p:spPr>
          <a:xfrm>
            <a:off x="2901208" y="3050987"/>
            <a:ext cx="685800" cy="119299"/>
          </a:xfrm>
          <a:prstGeom prst="rect">
            <a:avLst/>
          </a:prstGeom>
          <a:solidFill>
            <a:srgbClr val="FFFFFF"/>
          </a:solidFill>
          <a:ln w="6350">
            <a:solidFill>
              <a:srgbClr val="E2E2E2"/>
            </a:solidFill>
            <a:prstDash val="solid"/>
          </a:ln>
        </p:spPr>
      </p:sp>
      <p:sp>
        <p:nvSpPr>
          <p:cNvPr id="126" name="Text 118"/>
          <p:cNvSpPr txBox="1"/>
          <p:nvPr/>
        </p:nvSpPr>
        <p:spPr>
          <a:xfrm>
            <a:off x="292864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Abasa</a:t>
            </a:r>
            <a:endParaRPr lang="en-US" sz="600" dirty="0"/>
          </a:p>
        </p:txBody>
      </p:sp>
      <p:sp>
        <p:nvSpPr>
          <p:cNvPr id="127" name="Shape 119"/>
          <p:cNvSpPr/>
          <p:nvPr/>
        </p:nvSpPr>
        <p:spPr>
          <a:xfrm>
            <a:off x="3587008" y="3050987"/>
            <a:ext cx="411480" cy="119299"/>
          </a:xfrm>
          <a:prstGeom prst="rect">
            <a:avLst/>
          </a:prstGeom>
          <a:solidFill>
            <a:srgbClr val="FFFFFF"/>
          </a:solidFill>
          <a:ln w="6350">
            <a:solidFill>
              <a:srgbClr val="E2E2E2"/>
            </a:solidFill>
            <a:prstDash val="solid"/>
          </a:ln>
        </p:spPr>
      </p:sp>
      <p:sp>
        <p:nvSpPr>
          <p:cNvPr id="128" name="Text 120"/>
          <p:cNvSpPr txBox="1"/>
          <p:nvPr/>
        </p:nvSpPr>
        <p:spPr>
          <a:xfrm>
            <a:off x="3614440" y="3050987"/>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18</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50292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04/02</a:t>
            </a:r>
            <a:endParaRPr lang="en-US" sz="600" dirty="0"/>
          </a:p>
        </p:txBody>
      </p:sp>
      <p:sp>
        <p:nvSpPr>
          <p:cNvPr id="133" name="Shape 125"/>
          <p:cNvSpPr/>
          <p:nvPr/>
        </p:nvSpPr>
        <p:spPr>
          <a:xfrm>
            <a:off x="1346728" y="3170287"/>
            <a:ext cx="457200" cy="119299"/>
          </a:xfrm>
          <a:prstGeom prst="rect">
            <a:avLst/>
          </a:prstGeom>
          <a:solidFill>
            <a:srgbClr val="FFFFFF"/>
          </a:solidFill>
          <a:ln w="6350">
            <a:solidFill>
              <a:srgbClr val="E2E2E2"/>
            </a:solidFill>
            <a:prstDash val="solid"/>
          </a:ln>
        </p:spPr>
      </p:sp>
      <p:sp>
        <p:nvSpPr>
          <p:cNvPr id="134" name="Text 126"/>
          <p:cNvSpPr txBox="1"/>
          <p:nvPr/>
        </p:nvSpPr>
        <p:spPr>
          <a:xfrm>
            <a:off x="1374160" y="31702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35" name="Shape 127"/>
          <p:cNvSpPr/>
          <p:nvPr/>
        </p:nvSpPr>
        <p:spPr>
          <a:xfrm>
            <a:off x="1803928" y="3170287"/>
            <a:ext cx="640080" cy="119299"/>
          </a:xfrm>
          <a:prstGeom prst="rect">
            <a:avLst/>
          </a:prstGeom>
          <a:solidFill>
            <a:srgbClr val="FFFFFF"/>
          </a:solidFill>
          <a:ln w="6350">
            <a:solidFill>
              <a:srgbClr val="E2E2E2"/>
            </a:solidFill>
            <a:prstDash val="solid"/>
          </a:ln>
        </p:spPr>
      </p:sp>
      <p:sp>
        <p:nvSpPr>
          <p:cNvPr id="136" name="Text 128"/>
          <p:cNvSpPr txBox="1"/>
          <p:nvPr/>
        </p:nvSpPr>
        <p:spPr>
          <a:xfrm>
            <a:off x="1831360" y="3170287"/>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37" name="Shape 129"/>
          <p:cNvSpPr/>
          <p:nvPr/>
        </p:nvSpPr>
        <p:spPr>
          <a:xfrm>
            <a:off x="2444008" y="3170287"/>
            <a:ext cx="457200" cy="119299"/>
          </a:xfrm>
          <a:prstGeom prst="rect">
            <a:avLst/>
          </a:prstGeom>
          <a:solidFill>
            <a:srgbClr val="FFFFFF"/>
          </a:solidFill>
          <a:ln w="6350">
            <a:solidFill>
              <a:srgbClr val="E2E2E2"/>
            </a:solidFill>
            <a:prstDash val="solid"/>
          </a:ln>
        </p:spPr>
      </p:sp>
      <p:sp>
        <p:nvSpPr>
          <p:cNvPr id="138" name="Text 130"/>
          <p:cNvSpPr txBox="1"/>
          <p:nvPr/>
        </p:nvSpPr>
        <p:spPr>
          <a:xfrm>
            <a:off x="2471440" y="31702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139" name="Shape 131"/>
          <p:cNvSpPr/>
          <p:nvPr/>
        </p:nvSpPr>
        <p:spPr>
          <a:xfrm>
            <a:off x="2901208" y="3170287"/>
            <a:ext cx="685800" cy="119299"/>
          </a:xfrm>
          <a:prstGeom prst="rect">
            <a:avLst/>
          </a:prstGeom>
          <a:solidFill>
            <a:srgbClr val="FFFFFF"/>
          </a:solidFill>
          <a:ln w="6350">
            <a:solidFill>
              <a:srgbClr val="E2E2E2"/>
            </a:solidFill>
            <a:prstDash val="solid"/>
          </a:ln>
        </p:spPr>
      </p:sp>
      <p:sp>
        <p:nvSpPr>
          <p:cNvPr id="140" name="Text 132"/>
          <p:cNvSpPr txBox="1"/>
          <p:nvPr/>
        </p:nvSpPr>
        <p:spPr>
          <a:xfrm>
            <a:off x="292864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An-Naba</a:t>
            </a:r>
            <a:endParaRPr lang="en-US" sz="600" dirty="0"/>
          </a:p>
        </p:txBody>
      </p:sp>
      <p:sp>
        <p:nvSpPr>
          <p:cNvPr id="141" name="Shape 133"/>
          <p:cNvSpPr/>
          <p:nvPr/>
        </p:nvSpPr>
        <p:spPr>
          <a:xfrm>
            <a:off x="3587008" y="3170287"/>
            <a:ext cx="411480" cy="119299"/>
          </a:xfrm>
          <a:prstGeom prst="rect">
            <a:avLst/>
          </a:prstGeom>
          <a:solidFill>
            <a:srgbClr val="FFFFFF"/>
          </a:solidFill>
          <a:ln w="6350">
            <a:solidFill>
              <a:srgbClr val="E2E2E2"/>
            </a:solidFill>
            <a:prstDash val="solid"/>
          </a:ln>
        </p:spPr>
      </p:sp>
      <p:sp>
        <p:nvSpPr>
          <p:cNvPr id="142" name="Text 134"/>
          <p:cNvSpPr txBox="1"/>
          <p:nvPr/>
        </p:nvSpPr>
        <p:spPr>
          <a:xfrm>
            <a:off x="3614440" y="3170287"/>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10</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50292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05/02</a:t>
            </a:r>
            <a:endParaRPr lang="en-US" sz="600" dirty="0"/>
          </a:p>
        </p:txBody>
      </p:sp>
      <p:sp>
        <p:nvSpPr>
          <p:cNvPr id="147" name="Shape 139"/>
          <p:cNvSpPr/>
          <p:nvPr/>
        </p:nvSpPr>
        <p:spPr>
          <a:xfrm>
            <a:off x="1346728" y="3289586"/>
            <a:ext cx="457200" cy="119299"/>
          </a:xfrm>
          <a:prstGeom prst="rect">
            <a:avLst/>
          </a:prstGeom>
          <a:solidFill>
            <a:srgbClr val="FFFFFF"/>
          </a:solidFill>
          <a:ln w="6350">
            <a:solidFill>
              <a:srgbClr val="E2E2E2"/>
            </a:solidFill>
            <a:prstDash val="solid"/>
          </a:ln>
        </p:spPr>
      </p:sp>
      <p:sp>
        <p:nvSpPr>
          <p:cNvPr id="148" name="Text 140"/>
          <p:cNvSpPr txBox="1"/>
          <p:nvPr/>
        </p:nvSpPr>
        <p:spPr>
          <a:xfrm>
            <a:off x="1374160" y="3289586"/>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49" name="Shape 141"/>
          <p:cNvSpPr/>
          <p:nvPr/>
        </p:nvSpPr>
        <p:spPr>
          <a:xfrm>
            <a:off x="1803928" y="3289586"/>
            <a:ext cx="640080" cy="119299"/>
          </a:xfrm>
          <a:prstGeom prst="rect">
            <a:avLst/>
          </a:prstGeom>
          <a:solidFill>
            <a:srgbClr val="FFFFFF"/>
          </a:solidFill>
          <a:ln w="6350">
            <a:solidFill>
              <a:srgbClr val="E2E2E2"/>
            </a:solidFill>
            <a:prstDash val="solid"/>
          </a:ln>
        </p:spPr>
      </p:sp>
      <p:sp>
        <p:nvSpPr>
          <p:cNvPr id="150" name="Text 142"/>
          <p:cNvSpPr txBox="1"/>
          <p:nvPr/>
        </p:nvSpPr>
        <p:spPr>
          <a:xfrm>
            <a:off x="1831360" y="3289586"/>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51" name="Shape 143"/>
          <p:cNvSpPr/>
          <p:nvPr/>
        </p:nvSpPr>
        <p:spPr>
          <a:xfrm>
            <a:off x="2444008" y="3289586"/>
            <a:ext cx="457200" cy="119299"/>
          </a:xfrm>
          <a:prstGeom prst="rect">
            <a:avLst/>
          </a:prstGeom>
          <a:solidFill>
            <a:srgbClr val="FFFFFF"/>
          </a:solidFill>
          <a:ln w="6350">
            <a:solidFill>
              <a:srgbClr val="E2E2E2"/>
            </a:solidFill>
            <a:prstDash val="solid"/>
          </a:ln>
        </p:spPr>
      </p:sp>
      <p:sp>
        <p:nvSpPr>
          <p:cNvPr id="152" name="Text 144"/>
          <p:cNvSpPr txBox="1"/>
          <p:nvPr/>
        </p:nvSpPr>
        <p:spPr>
          <a:xfrm>
            <a:off x="2471440" y="3289586"/>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9B</a:t>
            </a:r>
            <a:endParaRPr lang="en-US" sz="600" dirty="0"/>
          </a:p>
        </p:txBody>
      </p:sp>
      <p:sp>
        <p:nvSpPr>
          <p:cNvPr id="153" name="Shape 145"/>
          <p:cNvSpPr/>
          <p:nvPr/>
        </p:nvSpPr>
        <p:spPr>
          <a:xfrm>
            <a:off x="2901208" y="3289586"/>
            <a:ext cx="685800" cy="119299"/>
          </a:xfrm>
          <a:prstGeom prst="rect">
            <a:avLst/>
          </a:prstGeom>
          <a:solidFill>
            <a:srgbClr val="FFFFFF"/>
          </a:solidFill>
          <a:ln w="6350">
            <a:solidFill>
              <a:srgbClr val="E2E2E2"/>
            </a:solidFill>
            <a:prstDash val="solid"/>
          </a:ln>
        </p:spPr>
      </p:sp>
      <p:sp>
        <p:nvSpPr>
          <p:cNvPr id="154" name="Text 146"/>
          <p:cNvSpPr txBox="1"/>
          <p:nvPr/>
        </p:nvSpPr>
        <p:spPr>
          <a:xfrm>
            <a:off x="292864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At-Takwir</a:t>
            </a:r>
            <a:endParaRPr lang="en-US" sz="600" dirty="0"/>
          </a:p>
        </p:txBody>
      </p:sp>
      <p:sp>
        <p:nvSpPr>
          <p:cNvPr id="155" name="Shape 147"/>
          <p:cNvSpPr/>
          <p:nvPr/>
        </p:nvSpPr>
        <p:spPr>
          <a:xfrm>
            <a:off x="3587008" y="3289586"/>
            <a:ext cx="411480" cy="119299"/>
          </a:xfrm>
          <a:prstGeom prst="rect">
            <a:avLst/>
          </a:prstGeom>
          <a:solidFill>
            <a:srgbClr val="FFFFFF"/>
          </a:solidFill>
          <a:ln w="6350">
            <a:solidFill>
              <a:srgbClr val="E2E2E2"/>
            </a:solidFill>
            <a:prstDash val="solid"/>
          </a:ln>
        </p:spPr>
      </p:sp>
      <p:sp>
        <p:nvSpPr>
          <p:cNvPr id="156" name="Text 148"/>
          <p:cNvSpPr txBox="1"/>
          <p:nvPr/>
        </p:nvSpPr>
        <p:spPr>
          <a:xfrm>
            <a:off x="3614440" y="3289586"/>
            <a:ext cx="3566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12</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502920" cy="119299"/>
          </a:xfrm>
          <a:prstGeom prst="rect">
            <a:avLst/>
          </a:prstGeom>
          <a:solidFill>
            <a:srgbClr val="FFFFFF"/>
          </a:solidFill>
          <a:ln w="6350">
            <a:solidFill>
              <a:srgbClr val="E2E2E2"/>
            </a:solidFill>
            <a:prstDash val="solid"/>
          </a:ln>
        </p:spPr>
      </p:sp>
      <p:sp>
        <p:nvSpPr>
          <p:cNvPr id="160" name="Shape 152"/>
          <p:cNvSpPr/>
          <p:nvPr/>
        </p:nvSpPr>
        <p:spPr>
          <a:xfrm>
            <a:off x="1346728" y="3408885"/>
            <a:ext cx="457200" cy="119299"/>
          </a:xfrm>
          <a:prstGeom prst="rect">
            <a:avLst/>
          </a:prstGeom>
          <a:solidFill>
            <a:srgbClr val="FFFFFF"/>
          </a:solidFill>
          <a:ln w="6350">
            <a:solidFill>
              <a:srgbClr val="E2E2E2"/>
            </a:solidFill>
            <a:prstDash val="solid"/>
          </a:ln>
        </p:spPr>
      </p:sp>
      <p:sp>
        <p:nvSpPr>
          <p:cNvPr id="161" name="Shape 153"/>
          <p:cNvSpPr/>
          <p:nvPr/>
        </p:nvSpPr>
        <p:spPr>
          <a:xfrm>
            <a:off x="1803928" y="3408885"/>
            <a:ext cx="640080" cy="119299"/>
          </a:xfrm>
          <a:prstGeom prst="rect">
            <a:avLst/>
          </a:prstGeom>
          <a:solidFill>
            <a:srgbClr val="FFFFFF"/>
          </a:solidFill>
          <a:ln w="6350">
            <a:solidFill>
              <a:srgbClr val="E2E2E2"/>
            </a:solidFill>
            <a:prstDash val="solid"/>
          </a:ln>
        </p:spPr>
      </p:sp>
      <p:sp>
        <p:nvSpPr>
          <p:cNvPr id="162" name="Shape 154"/>
          <p:cNvSpPr/>
          <p:nvPr/>
        </p:nvSpPr>
        <p:spPr>
          <a:xfrm>
            <a:off x="2444008" y="3408885"/>
            <a:ext cx="457200" cy="119299"/>
          </a:xfrm>
          <a:prstGeom prst="rect">
            <a:avLst/>
          </a:prstGeom>
          <a:solidFill>
            <a:srgbClr val="FFFFFF"/>
          </a:solidFill>
          <a:ln w="6350">
            <a:solidFill>
              <a:srgbClr val="E2E2E2"/>
            </a:solidFill>
            <a:prstDash val="solid"/>
          </a:ln>
        </p:spPr>
      </p:sp>
      <p:sp>
        <p:nvSpPr>
          <p:cNvPr id="163" name="Shape 155"/>
          <p:cNvSpPr/>
          <p:nvPr/>
        </p:nvSpPr>
        <p:spPr>
          <a:xfrm>
            <a:off x="2901208" y="3408885"/>
            <a:ext cx="685800" cy="119299"/>
          </a:xfrm>
          <a:prstGeom prst="rect">
            <a:avLst/>
          </a:prstGeom>
          <a:solidFill>
            <a:srgbClr val="FFFFFF"/>
          </a:solidFill>
          <a:ln w="6350">
            <a:solidFill>
              <a:srgbClr val="E2E2E2"/>
            </a:solidFill>
            <a:prstDash val="solid"/>
          </a:ln>
        </p:spPr>
      </p:sp>
      <p:sp>
        <p:nvSpPr>
          <p:cNvPr id="164" name="Shape 156"/>
          <p:cNvSpPr/>
          <p:nvPr/>
        </p:nvSpPr>
        <p:spPr>
          <a:xfrm>
            <a:off x="3587008" y="3408885"/>
            <a:ext cx="411480" cy="119299"/>
          </a:xfrm>
          <a:prstGeom prst="rect">
            <a:avLst/>
          </a:prstGeom>
          <a:solidFill>
            <a:srgbClr val="FFFFFF"/>
          </a:solidFill>
          <a:ln w="6350">
            <a:solidFill>
              <a:srgbClr val="E2E2E2"/>
            </a:solidFill>
            <a:prstDash val="solid"/>
          </a:ln>
        </p:spPr>
      </p:sp>
      <p:sp>
        <p:nvSpPr>
          <p:cNvPr id="165" name="Shape 157"/>
          <p:cNvSpPr/>
          <p:nvPr/>
        </p:nvSpPr>
        <p:spPr>
          <a:xfrm>
            <a:off x="587776" y="3528185"/>
            <a:ext cx="256032" cy="119299"/>
          </a:xfrm>
          <a:prstGeom prst="rect">
            <a:avLst/>
          </a:prstGeom>
          <a:solidFill>
            <a:srgbClr val="F8F9FA"/>
          </a:solidFill>
          <a:ln w="6350">
            <a:solidFill>
              <a:srgbClr val="DDDDDD"/>
            </a:solidFill>
            <a:prstDash val="solid"/>
          </a:ln>
        </p:spPr>
      </p:sp>
      <p:sp>
        <p:nvSpPr>
          <p:cNvPr id="166" name="Text 15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67" name="Shape 159"/>
          <p:cNvSpPr/>
          <p:nvPr/>
        </p:nvSpPr>
        <p:spPr>
          <a:xfrm>
            <a:off x="843808" y="3528185"/>
            <a:ext cx="502920" cy="119299"/>
          </a:xfrm>
          <a:prstGeom prst="rect">
            <a:avLst/>
          </a:prstGeom>
          <a:solidFill>
            <a:srgbClr val="FFFFFF"/>
          </a:solidFill>
          <a:ln w="6350">
            <a:solidFill>
              <a:srgbClr val="E2E2E2"/>
            </a:solidFill>
            <a:prstDash val="solid"/>
          </a:ln>
        </p:spPr>
      </p:sp>
      <p:sp>
        <p:nvSpPr>
          <p:cNvPr id="168" name="Shape 160"/>
          <p:cNvSpPr/>
          <p:nvPr/>
        </p:nvSpPr>
        <p:spPr>
          <a:xfrm>
            <a:off x="1346728" y="3528185"/>
            <a:ext cx="457200" cy="119299"/>
          </a:xfrm>
          <a:prstGeom prst="rect">
            <a:avLst/>
          </a:prstGeom>
          <a:solidFill>
            <a:srgbClr val="FFFFFF"/>
          </a:solidFill>
          <a:ln w="6350">
            <a:solidFill>
              <a:srgbClr val="E2E2E2"/>
            </a:solidFill>
            <a:prstDash val="solid"/>
          </a:ln>
        </p:spPr>
      </p:sp>
      <p:sp>
        <p:nvSpPr>
          <p:cNvPr id="169" name="Shape 161"/>
          <p:cNvSpPr/>
          <p:nvPr/>
        </p:nvSpPr>
        <p:spPr>
          <a:xfrm>
            <a:off x="1803928" y="3528185"/>
            <a:ext cx="640080" cy="119299"/>
          </a:xfrm>
          <a:prstGeom prst="rect">
            <a:avLst/>
          </a:prstGeom>
          <a:solidFill>
            <a:srgbClr val="FFFFFF"/>
          </a:solidFill>
          <a:ln w="6350">
            <a:solidFill>
              <a:srgbClr val="E2E2E2"/>
            </a:solidFill>
            <a:prstDash val="solid"/>
          </a:ln>
        </p:spPr>
      </p:sp>
      <p:sp>
        <p:nvSpPr>
          <p:cNvPr id="170" name="Shape 162"/>
          <p:cNvSpPr/>
          <p:nvPr/>
        </p:nvSpPr>
        <p:spPr>
          <a:xfrm>
            <a:off x="2444008" y="3528185"/>
            <a:ext cx="457200" cy="119299"/>
          </a:xfrm>
          <a:prstGeom prst="rect">
            <a:avLst/>
          </a:prstGeom>
          <a:solidFill>
            <a:srgbClr val="FFFFFF"/>
          </a:solidFill>
          <a:ln w="6350">
            <a:solidFill>
              <a:srgbClr val="E2E2E2"/>
            </a:solidFill>
            <a:prstDash val="solid"/>
          </a:ln>
        </p:spPr>
      </p:sp>
      <p:sp>
        <p:nvSpPr>
          <p:cNvPr id="171" name="Shape 163"/>
          <p:cNvSpPr/>
          <p:nvPr/>
        </p:nvSpPr>
        <p:spPr>
          <a:xfrm>
            <a:off x="2901208" y="3528185"/>
            <a:ext cx="685800" cy="119299"/>
          </a:xfrm>
          <a:prstGeom prst="rect">
            <a:avLst/>
          </a:prstGeom>
          <a:solidFill>
            <a:srgbClr val="FFFFFF"/>
          </a:solidFill>
          <a:ln w="6350">
            <a:solidFill>
              <a:srgbClr val="E2E2E2"/>
            </a:solidFill>
            <a:prstDash val="solid"/>
          </a:ln>
        </p:spPr>
      </p:sp>
      <p:sp>
        <p:nvSpPr>
          <p:cNvPr id="172" name="Shape 164"/>
          <p:cNvSpPr/>
          <p:nvPr/>
        </p:nvSpPr>
        <p:spPr>
          <a:xfrm>
            <a:off x="3587008" y="3528185"/>
            <a:ext cx="411480" cy="119299"/>
          </a:xfrm>
          <a:prstGeom prst="rect">
            <a:avLst/>
          </a:prstGeom>
          <a:solidFill>
            <a:srgbClr val="FFFFFF"/>
          </a:solidFill>
          <a:ln w="6350">
            <a:solidFill>
              <a:srgbClr val="E2E2E2"/>
            </a:solidFill>
            <a:prstDash val="solid"/>
          </a:ln>
        </p:spPr>
      </p:sp>
      <p:sp>
        <p:nvSpPr>
          <p:cNvPr id="173" name="Shape 165"/>
          <p:cNvSpPr/>
          <p:nvPr/>
        </p:nvSpPr>
        <p:spPr>
          <a:xfrm>
            <a:off x="587776" y="3647484"/>
            <a:ext cx="256032" cy="119299"/>
          </a:xfrm>
          <a:prstGeom prst="rect">
            <a:avLst/>
          </a:prstGeom>
          <a:solidFill>
            <a:srgbClr val="F8F9FA"/>
          </a:solidFill>
          <a:ln w="6350">
            <a:solidFill>
              <a:srgbClr val="DDDDDD"/>
            </a:solidFill>
            <a:prstDash val="solid"/>
          </a:ln>
        </p:spPr>
      </p:sp>
      <p:sp>
        <p:nvSpPr>
          <p:cNvPr id="174" name="Text 166"/>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75" name="Shape 167"/>
          <p:cNvSpPr/>
          <p:nvPr/>
        </p:nvSpPr>
        <p:spPr>
          <a:xfrm>
            <a:off x="843808" y="3647484"/>
            <a:ext cx="502920" cy="119299"/>
          </a:xfrm>
          <a:prstGeom prst="rect">
            <a:avLst/>
          </a:prstGeom>
          <a:solidFill>
            <a:srgbClr val="FFFFFF"/>
          </a:solidFill>
          <a:ln w="6350">
            <a:solidFill>
              <a:srgbClr val="E2E2E2"/>
            </a:solidFill>
            <a:prstDash val="solid"/>
          </a:ln>
        </p:spPr>
      </p:sp>
      <p:sp>
        <p:nvSpPr>
          <p:cNvPr id="176" name="Shape 168"/>
          <p:cNvSpPr/>
          <p:nvPr/>
        </p:nvSpPr>
        <p:spPr>
          <a:xfrm>
            <a:off x="1346728" y="3647484"/>
            <a:ext cx="457200" cy="119299"/>
          </a:xfrm>
          <a:prstGeom prst="rect">
            <a:avLst/>
          </a:prstGeom>
          <a:solidFill>
            <a:srgbClr val="FFFFFF"/>
          </a:solidFill>
          <a:ln w="6350">
            <a:solidFill>
              <a:srgbClr val="E2E2E2"/>
            </a:solidFill>
            <a:prstDash val="solid"/>
          </a:ln>
        </p:spPr>
      </p:sp>
      <p:sp>
        <p:nvSpPr>
          <p:cNvPr id="177" name="Shape 169"/>
          <p:cNvSpPr/>
          <p:nvPr/>
        </p:nvSpPr>
        <p:spPr>
          <a:xfrm>
            <a:off x="1803928" y="3647484"/>
            <a:ext cx="640080" cy="119299"/>
          </a:xfrm>
          <a:prstGeom prst="rect">
            <a:avLst/>
          </a:prstGeom>
          <a:solidFill>
            <a:srgbClr val="FFFFFF"/>
          </a:solidFill>
          <a:ln w="6350">
            <a:solidFill>
              <a:srgbClr val="E2E2E2"/>
            </a:solidFill>
            <a:prstDash val="solid"/>
          </a:ln>
        </p:spPr>
      </p:sp>
      <p:sp>
        <p:nvSpPr>
          <p:cNvPr id="178" name="Shape 170"/>
          <p:cNvSpPr/>
          <p:nvPr/>
        </p:nvSpPr>
        <p:spPr>
          <a:xfrm>
            <a:off x="2444008" y="3647484"/>
            <a:ext cx="457200" cy="119299"/>
          </a:xfrm>
          <a:prstGeom prst="rect">
            <a:avLst/>
          </a:prstGeom>
          <a:solidFill>
            <a:srgbClr val="FFFFFF"/>
          </a:solidFill>
          <a:ln w="6350">
            <a:solidFill>
              <a:srgbClr val="E2E2E2"/>
            </a:solidFill>
            <a:prstDash val="solid"/>
          </a:ln>
        </p:spPr>
      </p:sp>
      <p:sp>
        <p:nvSpPr>
          <p:cNvPr id="179" name="Shape 171"/>
          <p:cNvSpPr/>
          <p:nvPr/>
        </p:nvSpPr>
        <p:spPr>
          <a:xfrm>
            <a:off x="2901208" y="3647484"/>
            <a:ext cx="685800" cy="119299"/>
          </a:xfrm>
          <a:prstGeom prst="rect">
            <a:avLst/>
          </a:prstGeom>
          <a:solidFill>
            <a:srgbClr val="FFFFFF"/>
          </a:solidFill>
          <a:ln w="6350">
            <a:solidFill>
              <a:srgbClr val="E2E2E2"/>
            </a:solidFill>
            <a:prstDash val="solid"/>
          </a:ln>
        </p:spPr>
      </p:sp>
      <p:sp>
        <p:nvSpPr>
          <p:cNvPr id="180" name="Shape 172"/>
          <p:cNvSpPr/>
          <p:nvPr/>
        </p:nvSpPr>
        <p:spPr>
          <a:xfrm>
            <a:off x="3587008" y="3647484"/>
            <a:ext cx="411480" cy="119299"/>
          </a:xfrm>
          <a:prstGeom prst="rect">
            <a:avLst/>
          </a:prstGeom>
          <a:solidFill>
            <a:srgbClr val="FFFFFF"/>
          </a:solidFill>
          <a:ln w="6350">
            <a:solidFill>
              <a:srgbClr val="E2E2E2"/>
            </a:solidFill>
            <a:prstDash val="solid"/>
          </a:ln>
        </p:spPr>
      </p:sp>
      <p:sp>
        <p:nvSpPr>
          <p:cNvPr id="181" name="Shape 173"/>
          <p:cNvSpPr/>
          <p:nvPr/>
        </p:nvSpPr>
        <p:spPr>
          <a:xfrm>
            <a:off x="587776" y="3794216"/>
            <a:ext cx="4950927" cy="201168"/>
          </a:xfrm>
          <a:prstGeom prst="rect">
            <a:avLst/>
          </a:prstGeom>
          <a:solidFill>
            <a:srgbClr val="F8F9FA"/>
          </a:solidFill>
          <a:ln w="12700">
            <a:solidFill>
              <a:srgbClr val="F8F9FA"/>
            </a:solidFill>
            <a:prstDash val="solid"/>
          </a:ln>
        </p:spPr>
      </p:sp>
      <p:sp>
        <p:nvSpPr>
          <p:cNvPr id="182" name="Text 174"/>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83" name="Text 17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Santri</a:t>
            </a:r>
            <a:endParaRPr lang="en-US" sz="700" dirty="0"/>
          </a:p>
        </p:txBody>
      </p:sp>
      <p:sp>
        <p:nvSpPr>
          <p:cNvPr id="184" name="Shape 176"/>
          <p:cNvSpPr/>
          <p:nvPr/>
        </p:nvSpPr>
        <p:spPr>
          <a:xfrm>
            <a:off x="1913656" y="3794216"/>
            <a:ext cx="731520" cy="201168"/>
          </a:xfrm>
          <a:prstGeom prst="rect">
            <a:avLst/>
          </a:prstGeom>
          <a:solidFill>
            <a:srgbClr val="E1EFFE"/>
          </a:solidFill>
          <a:ln w="12700">
            <a:solidFill>
              <a:srgbClr val="E1EFFE"/>
            </a:solidFill>
            <a:prstDash val="solid"/>
          </a:ln>
        </p:spPr>
      </p:sp>
      <p:sp>
        <p:nvSpPr>
          <p:cNvPr id="185" name="Text 177"/>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Setoran</a:t>
            </a:r>
            <a:endParaRPr lang="en-US" sz="700" dirty="0"/>
          </a:p>
        </p:txBody>
      </p:sp>
      <p:sp>
        <p:nvSpPr>
          <p:cNvPr id="186" name="Text 178"/>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Target</a:t>
            </a:r>
            <a:endParaRPr lang="en-US" sz="700" dirty="0"/>
          </a:p>
        </p:txBody>
      </p:sp>
      <p:sp>
        <p:nvSpPr>
          <p:cNvPr id="187" name="Text 179"/>
          <p:cNvSpPr txBox="1"/>
          <p:nvPr/>
        </p:nvSpPr>
        <p:spPr>
          <a:xfrm>
            <a:off x="346813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88" name="Shape 180"/>
          <p:cNvSpPr/>
          <p:nvPr/>
        </p:nvSpPr>
        <p:spPr>
          <a:xfrm>
            <a:off x="825520" y="2555501"/>
            <a:ext cx="3191256" cy="1229571"/>
          </a:xfrm>
          <a:prstGeom prst="roundRect">
            <a:avLst>
              <a:gd name="adj" fmla="val 3718"/>
            </a:avLst>
          </a:prstGeom>
          <a:solidFill>
            <a:srgbClr val="FFFFFF">
              <a:alpha val="0"/>
            </a:srgbClr>
          </a:solidFill>
          <a:ln w="31750">
            <a:solidFill>
              <a:srgbClr val="E53935"/>
            </a:solidFill>
            <a:prstDash val="solid"/>
          </a:ln>
        </p:spPr>
      </p:sp>
      <p:sp>
        <p:nvSpPr>
          <p:cNvPr id="189" name="Shape 181"/>
          <p:cNvSpPr/>
          <p:nvPr/>
        </p:nvSpPr>
        <p:spPr>
          <a:xfrm>
            <a:off x="3879616" y="2418341"/>
            <a:ext cx="274320" cy="274320"/>
          </a:xfrm>
          <a:prstGeom prst="ellipse">
            <a:avLst/>
          </a:prstGeom>
          <a:solidFill>
            <a:srgbClr val="E53935"/>
          </a:solidFill>
          <a:ln w="12700">
            <a:solidFill>
              <a:srgbClr val="FFFFFF"/>
            </a:solidFill>
            <a:prstDash val="solid"/>
          </a:ln>
        </p:spPr>
      </p:sp>
      <p:sp>
        <p:nvSpPr>
          <p:cNvPr id="190" name="Text 182"/>
          <p:cNvSpPr txBox="1"/>
          <p:nvPr/>
        </p:nvSpPr>
        <p:spPr>
          <a:xfrm>
            <a:off x="3879616" y="24183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1" name="Text 18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92" name="Text 18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data fiktif, dropdown, dan VLOOKUP</a:t>
            </a:r>
            <a:endParaRPr lang="en-US" sz="1800" dirty="0"/>
          </a:p>
        </p:txBody>
      </p:sp>
      <p:sp>
        <p:nvSpPr>
          <p:cNvPr id="193" name="Text 18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Isi data latihan. Pasang dropdown untuk kolom kunci, VLOOKUP untuk kolom yang diambil dari tabel lain.</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Tabel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Database_Proyek_Kel3 -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Database_Proyek_Kel3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91440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587776" y="2693089"/>
            <a:ext cx="256032" cy="119299"/>
          </a:xfrm>
          <a:prstGeom prst="rect">
            <a:avLst/>
          </a:prstGeom>
          <a:solidFill>
            <a:srgbClr val="F8F9FA"/>
          </a:solidFill>
          <a:ln w="6350">
            <a:solidFill>
              <a:srgbClr val="DDDDDD"/>
            </a:solidFill>
            <a:prstDash val="solid"/>
          </a:ln>
        </p:spPr>
      </p:sp>
      <p:sp>
        <p:nvSpPr>
          <p:cNvPr id="66" name="Text 58"/>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67" name="Shape 59"/>
          <p:cNvSpPr/>
          <p:nvPr/>
        </p:nvSpPr>
        <p:spPr>
          <a:xfrm>
            <a:off x="843808" y="2693089"/>
            <a:ext cx="640080" cy="119299"/>
          </a:xfrm>
          <a:prstGeom prst="rect">
            <a:avLst/>
          </a:prstGeom>
          <a:solidFill>
            <a:srgbClr val="0F4C3A"/>
          </a:solidFill>
          <a:ln w="6350">
            <a:solidFill>
              <a:srgbClr val="E2E2E2"/>
            </a:solidFill>
            <a:prstDash val="solid"/>
          </a:ln>
        </p:spPr>
      </p:sp>
      <p:sp>
        <p:nvSpPr>
          <p:cNvPr id="68" name="Text 60"/>
          <p:cNvSpPr txBox="1"/>
          <p:nvPr/>
        </p:nvSpPr>
        <p:spPr>
          <a:xfrm>
            <a:off x="8712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69" name="Shape 61"/>
          <p:cNvSpPr/>
          <p:nvPr/>
        </p:nvSpPr>
        <p:spPr>
          <a:xfrm>
            <a:off x="1483888" y="2693089"/>
            <a:ext cx="914400" cy="119299"/>
          </a:xfrm>
          <a:prstGeom prst="rect">
            <a:avLst/>
          </a:prstGeom>
          <a:solidFill>
            <a:srgbClr val="0F4C3A"/>
          </a:solidFill>
          <a:ln w="6350">
            <a:solidFill>
              <a:srgbClr val="E2E2E2"/>
            </a:solidFill>
            <a:prstDash val="solid"/>
          </a:ln>
        </p:spPr>
      </p:sp>
      <p:sp>
        <p:nvSpPr>
          <p:cNvPr id="70" name="Text 62"/>
          <p:cNvSpPr txBox="1"/>
          <p:nvPr/>
        </p:nvSpPr>
        <p:spPr>
          <a:xfrm>
            <a:off x="151132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TargetPekan</a:t>
            </a:r>
            <a:endParaRPr lang="en-US" sz="600" dirty="0"/>
          </a:p>
        </p:txBody>
      </p:sp>
      <p:sp>
        <p:nvSpPr>
          <p:cNvPr id="71" name="Shape 63"/>
          <p:cNvSpPr/>
          <p:nvPr/>
        </p:nvSpPr>
        <p:spPr>
          <a:xfrm>
            <a:off x="587776" y="2812388"/>
            <a:ext cx="256032" cy="119299"/>
          </a:xfrm>
          <a:prstGeom prst="rect">
            <a:avLst/>
          </a:prstGeom>
          <a:solidFill>
            <a:srgbClr val="F8F9FA"/>
          </a:solidFill>
          <a:ln w="6350">
            <a:solidFill>
              <a:srgbClr val="DDDDDD"/>
            </a:solidFill>
            <a:prstDash val="solid"/>
          </a:ln>
        </p:spPr>
      </p:sp>
      <p:sp>
        <p:nvSpPr>
          <p:cNvPr id="72" name="Text 6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73" name="Shape 65"/>
          <p:cNvSpPr/>
          <p:nvPr/>
        </p:nvSpPr>
        <p:spPr>
          <a:xfrm>
            <a:off x="843808" y="2812388"/>
            <a:ext cx="640080" cy="119299"/>
          </a:xfrm>
          <a:prstGeom prst="rect">
            <a:avLst/>
          </a:prstGeom>
          <a:solidFill>
            <a:srgbClr val="FFFFFF"/>
          </a:solidFill>
          <a:ln w="6350">
            <a:solidFill>
              <a:srgbClr val="E2E2E2"/>
            </a:solidFill>
            <a:prstDash val="solid"/>
          </a:ln>
        </p:spPr>
      </p:sp>
      <p:sp>
        <p:nvSpPr>
          <p:cNvPr id="74" name="Text 66"/>
          <p:cNvSpPr txBox="1"/>
          <p:nvPr/>
        </p:nvSpPr>
        <p:spPr>
          <a:xfrm>
            <a:off x="871240" y="28123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9A</a:t>
            </a:r>
            <a:endParaRPr lang="en-US" sz="600" dirty="0"/>
          </a:p>
        </p:txBody>
      </p:sp>
      <p:sp>
        <p:nvSpPr>
          <p:cNvPr id="75" name="Shape 67"/>
          <p:cNvSpPr/>
          <p:nvPr/>
        </p:nvSpPr>
        <p:spPr>
          <a:xfrm>
            <a:off x="1483888" y="2812388"/>
            <a:ext cx="914400" cy="119299"/>
          </a:xfrm>
          <a:prstGeom prst="rect">
            <a:avLst/>
          </a:prstGeom>
          <a:solidFill>
            <a:srgbClr val="FFFFFF"/>
          </a:solidFill>
          <a:ln w="6350">
            <a:solidFill>
              <a:srgbClr val="E2E2E2"/>
            </a:solidFill>
            <a:prstDash val="solid"/>
          </a:ln>
        </p:spPr>
      </p:sp>
      <p:sp>
        <p:nvSpPr>
          <p:cNvPr id="76" name="Text 68"/>
          <p:cNvSpPr txBox="1"/>
          <p:nvPr/>
        </p:nvSpPr>
        <p:spPr>
          <a:xfrm>
            <a:off x="1511320" y="2812388"/>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100</a:t>
            </a:r>
            <a:endParaRPr lang="en-US" sz="600" dirty="0"/>
          </a:p>
        </p:txBody>
      </p:sp>
      <p:sp>
        <p:nvSpPr>
          <p:cNvPr id="77" name="Shape 69"/>
          <p:cNvSpPr/>
          <p:nvPr/>
        </p:nvSpPr>
        <p:spPr>
          <a:xfrm>
            <a:off x="587776" y="2931688"/>
            <a:ext cx="256032" cy="119299"/>
          </a:xfrm>
          <a:prstGeom prst="rect">
            <a:avLst/>
          </a:prstGeom>
          <a:solidFill>
            <a:srgbClr val="F8F9FA"/>
          </a:solidFill>
          <a:ln w="6350">
            <a:solidFill>
              <a:srgbClr val="DDDDDD"/>
            </a:solidFill>
            <a:prstDash val="solid"/>
          </a:ln>
        </p:spPr>
      </p:sp>
      <p:sp>
        <p:nvSpPr>
          <p:cNvPr id="78" name="Text 70"/>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79" name="Shape 71"/>
          <p:cNvSpPr/>
          <p:nvPr/>
        </p:nvSpPr>
        <p:spPr>
          <a:xfrm>
            <a:off x="843808" y="2931688"/>
            <a:ext cx="640080" cy="119299"/>
          </a:xfrm>
          <a:prstGeom prst="rect">
            <a:avLst/>
          </a:prstGeom>
          <a:solidFill>
            <a:srgbClr val="FFFFFF"/>
          </a:solidFill>
          <a:ln w="6350">
            <a:solidFill>
              <a:srgbClr val="E2E2E2"/>
            </a:solidFill>
            <a:prstDash val="solid"/>
          </a:ln>
        </p:spPr>
      </p:sp>
      <p:sp>
        <p:nvSpPr>
          <p:cNvPr id="80" name="Text 72"/>
          <p:cNvSpPr txBox="1"/>
          <p:nvPr/>
        </p:nvSpPr>
        <p:spPr>
          <a:xfrm>
            <a:off x="871240" y="29316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9B</a:t>
            </a:r>
            <a:endParaRPr lang="en-US" sz="600" dirty="0"/>
          </a:p>
        </p:txBody>
      </p:sp>
      <p:sp>
        <p:nvSpPr>
          <p:cNvPr id="81" name="Shape 73"/>
          <p:cNvSpPr/>
          <p:nvPr/>
        </p:nvSpPr>
        <p:spPr>
          <a:xfrm>
            <a:off x="1483888" y="2931688"/>
            <a:ext cx="914400" cy="119299"/>
          </a:xfrm>
          <a:prstGeom prst="rect">
            <a:avLst/>
          </a:prstGeom>
          <a:solidFill>
            <a:srgbClr val="FFFFFF"/>
          </a:solidFill>
          <a:ln w="6350">
            <a:solidFill>
              <a:srgbClr val="E2E2E2"/>
            </a:solidFill>
            <a:prstDash val="solid"/>
          </a:ln>
        </p:spPr>
      </p:sp>
      <p:sp>
        <p:nvSpPr>
          <p:cNvPr id="82" name="Text 74"/>
          <p:cNvSpPr txBox="1"/>
          <p:nvPr/>
        </p:nvSpPr>
        <p:spPr>
          <a:xfrm>
            <a:off x="1511320" y="2931688"/>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83" name="Shape 75"/>
          <p:cNvSpPr/>
          <p:nvPr/>
        </p:nvSpPr>
        <p:spPr>
          <a:xfrm>
            <a:off x="587776" y="3050987"/>
            <a:ext cx="256032" cy="119299"/>
          </a:xfrm>
          <a:prstGeom prst="rect">
            <a:avLst/>
          </a:prstGeom>
          <a:solidFill>
            <a:srgbClr val="F8F9FA"/>
          </a:solidFill>
          <a:ln w="6350">
            <a:solidFill>
              <a:srgbClr val="DDDDDD"/>
            </a:solidFill>
            <a:prstDash val="solid"/>
          </a:ln>
        </p:spPr>
      </p:sp>
      <p:sp>
        <p:nvSpPr>
          <p:cNvPr id="84" name="Text 76"/>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85" name="Shape 77"/>
          <p:cNvSpPr/>
          <p:nvPr/>
        </p:nvSpPr>
        <p:spPr>
          <a:xfrm>
            <a:off x="843808" y="3050987"/>
            <a:ext cx="640080" cy="119299"/>
          </a:xfrm>
          <a:prstGeom prst="rect">
            <a:avLst/>
          </a:prstGeom>
          <a:solidFill>
            <a:srgbClr val="FFFFFF"/>
          </a:solidFill>
          <a:ln w="6350">
            <a:solidFill>
              <a:srgbClr val="E2E2E2"/>
            </a:solidFill>
            <a:prstDash val="solid"/>
          </a:ln>
        </p:spPr>
      </p:sp>
      <p:sp>
        <p:nvSpPr>
          <p:cNvPr id="86" name="Shape 78"/>
          <p:cNvSpPr/>
          <p:nvPr/>
        </p:nvSpPr>
        <p:spPr>
          <a:xfrm>
            <a:off x="1483888" y="3050987"/>
            <a:ext cx="914400" cy="119299"/>
          </a:xfrm>
          <a:prstGeom prst="rect">
            <a:avLst/>
          </a:prstGeom>
          <a:solidFill>
            <a:srgbClr val="FFFFFF"/>
          </a:solidFill>
          <a:ln w="6350">
            <a:solidFill>
              <a:srgbClr val="E2E2E2"/>
            </a:solidFill>
            <a:prstDash val="solid"/>
          </a:ln>
        </p:spPr>
      </p:sp>
      <p:sp>
        <p:nvSpPr>
          <p:cNvPr id="87" name="Shape 79"/>
          <p:cNvSpPr/>
          <p:nvPr/>
        </p:nvSpPr>
        <p:spPr>
          <a:xfrm>
            <a:off x="587776" y="3170287"/>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89" name="Shape 81"/>
          <p:cNvSpPr/>
          <p:nvPr/>
        </p:nvSpPr>
        <p:spPr>
          <a:xfrm>
            <a:off x="843808" y="3170287"/>
            <a:ext cx="640080" cy="119299"/>
          </a:xfrm>
          <a:prstGeom prst="rect">
            <a:avLst/>
          </a:prstGeom>
          <a:solidFill>
            <a:srgbClr val="FFFFFF"/>
          </a:solidFill>
          <a:ln w="6350">
            <a:solidFill>
              <a:srgbClr val="E2E2E2"/>
            </a:solidFill>
            <a:prstDash val="solid"/>
          </a:ln>
        </p:spPr>
      </p:sp>
      <p:sp>
        <p:nvSpPr>
          <p:cNvPr id="90" name="Shape 82"/>
          <p:cNvSpPr/>
          <p:nvPr/>
        </p:nvSpPr>
        <p:spPr>
          <a:xfrm>
            <a:off x="1483888" y="3170287"/>
            <a:ext cx="914400" cy="119299"/>
          </a:xfrm>
          <a:prstGeom prst="rect">
            <a:avLst/>
          </a:prstGeom>
          <a:solidFill>
            <a:srgbClr val="FFFFFF"/>
          </a:solidFill>
          <a:ln w="6350">
            <a:solidFill>
              <a:srgbClr val="E2E2E2"/>
            </a:solidFill>
            <a:prstDash val="solid"/>
          </a:ln>
        </p:spPr>
      </p:sp>
      <p:sp>
        <p:nvSpPr>
          <p:cNvPr id="91" name="Shape 83"/>
          <p:cNvSpPr/>
          <p:nvPr/>
        </p:nvSpPr>
        <p:spPr>
          <a:xfrm>
            <a:off x="587776" y="3289586"/>
            <a:ext cx="256032" cy="119299"/>
          </a:xfrm>
          <a:prstGeom prst="rect">
            <a:avLst/>
          </a:prstGeom>
          <a:solidFill>
            <a:srgbClr val="F8F9FA"/>
          </a:solidFill>
          <a:ln w="6350">
            <a:solidFill>
              <a:srgbClr val="DDDDDD"/>
            </a:solidFill>
            <a:prstDash val="solid"/>
          </a:ln>
        </p:spPr>
      </p:sp>
      <p:sp>
        <p:nvSpPr>
          <p:cNvPr id="92" name="Text 84"/>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93" name="Shape 85"/>
          <p:cNvSpPr/>
          <p:nvPr/>
        </p:nvSpPr>
        <p:spPr>
          <a:xfrm>
            <a:off x="843808" y="3289586"/>
            <a:ext cx="640080" cy="119299"/>
          </a:xfrm>
          <a:prstGeom prst="rect">
            <a:avLst/>
          </a:prstGeom>
          <a:solidFill>
            <a:srgbClr val="FFFFFF"/>
          </a:solidFill>
          <a:ln w="6350">
            <a:solidFill>
              <a:srgbClr val="E2E2E2"/>
            </a:solidFill>
            <a:prstDash val="solid"/>
          </a:ln>
        </p:spPr>
      </p:sp>
      <p:sp>
        <p:nvSpPr>
          <p:cNvPr id="94" name="Shape 86"/>
          <p:cNvSpPr/>
          <p:nvPr/>
        </p:nvSpPr>
        <p:spPr>
          <a:xfrm>
            <a:off x="1483888" y="3289586"/>
            <a:ext cx="914400" cy="119299"/>
          </a:xfrm>
          <a:prstGeom prst="rect">
            <a:avLst/>
          </a:prstGeom>
          <a:solidFill>
            <a:srgbClr val="FFFFFF"/>
          </a:solidFill>
          <a:ln w="6350">
            <a:solidFill>
              <a:srgbClr val="E2E2E2"/>
            </a:solidFill>
            <a:prstDash val="solid"/>
          </a:ln>
        </p:spPr>
      </p:sp>
      <p:sp>
        <p:nvSpPr>
          <p:cNvPr id="95" name="Shape 87"/>
          <p:cNvSpPr/>
          <p:nvPr/>
        </p:nvSpPr>
        <p:spPr>
          <a:xfrm>
            <a:off x="587776" y="3408885"/>
            <a:ext cx="256032" cy="119299"/>
          </a:xfrm>
          <a:prstGeom prst="rect">
            <a:avLst/>
          </a:prstGeom>
          <a:solidFill>
            <a:srgbClr val="F8F9FA"/>
          </a:solidFill>
          <a:ln w="6350">
            <a:solidFill>
              <a:srgbClr val="DDDDDD"/>
            </a:solidFill>
            <a:prstDash val="solid"/>
          </a:ln>
        </p:spPr>
      </p:sp>
      <p:sp>
        <p:nvSpPr>
          <p:cNvPr id="96" name="Text 8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97" name="Shape 89"/>
          <p:cNvSpPr/>
          <p:nvPr/>
        </p:nvSpPr>
        <p:spPr>
          <a:xfrm>
            <a:off x="843808" y="3408885"/>
            <a:ext cx="640080" cy="119299"/>
          </a:xfrm>
          <a:prstGeom prst="rect">
            <a:avLst/>
          </a:prstGeom>
          <a:solidFill>
            <a:srgbClr val="FFFFFF"/>
          </a:solidFill>
          <a:ln w="6350">
            <a:solidFill>
              <a:srgbClr val="E2E2E2"/>
            </a:solidFill>
            <a:prstDash val="solid"/>
          </a:ln>
        </p:spPr>
      </p:sp>
      <p:sp>
        <p:nvSpPr>
          <p:cNvPr id="98" name="Shape 90"/>
          <p:cNvSpPr/>
          <p:nvPr/>
        </p:nvSpPr>
        <p:spPr>
          <a:xfrm>
            <a:off x="1483888" y="3408885"/>
            <a:ext cx="914400" cy="119299"/>
          </a:xfrm>
          <a:prstGeom prst="rect">
            <a:avLst/>
          </a:prstGeom>
          <a:solidFill>
            <a:srgbClr val="FFFFFF"/>
          </a:solidFill>
          <a:ln w="6350">
            <a:solidFill>
              <a:srgbClr val="E2E2E2"/>
            </a:solidFill>
            <a:prstDash val="solid"/>
          </a:ln>
        </p:spPr>
      </p:sp>
      <p:sp>
        <p:nvSpPr>
          <p:cNvPr id="99" name="Shape 91"/>
          <p:cNvSpPr/>
          <p:nvPr/>
        </p:nvSpPr>
        <p:spPr>
          <a:xfrm>
            <a:off x="587776" y="3528185"/>
            <a:ext cx="256032" cy="119299"/>
          </a:xfrm>
          <a:prstGeom prst="rect">
            <a:avLst/>
          </a:prstGeom>
          <a:solidFill>
            <a:srgbClr val="F8F9FA"/>
          </a:solidFill>
          <a:ln w="6350">
            <a:solidFill>
              <a:srgbClr val="DDDDDD"/>
            </a:solidFill>
            <a:prstDash val="solid"/>
          </a:ln>
        </p:spPr>
      </p:sp>
      <p:sp>
        <p:nvSpPr>
          <p:cNvPr id="100" name="Text 9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01" name="Shape 93"/>
          <p:cNvSpPr/>
          <p:nvPr/>
        </p:nvSpPr>
        <p:spPr>
          <a:xfrm>
            <a:off x="843808" y="3528185"/>
            <a:ext cx="640080" cy="119299"/>
          </a:xfrm>
          <a:prstGeom prst="rect">
            <a:avLst/>
          </a:prstGeom>
          <a:solidFill>
            <a:srgbClr val="FFFFFF"/>
          </a:solidFill>
          <a:ln w="6350">
            <a:solidFill>
              <a:srgbClr val="E2E2E2"/>
            </a:solidFill>
            <a:prstDash val="solid"/>
          </a:ln>
        </p:spPr>
      </p:sp>
      <p:sp>
        <p:nvSpPr>
          <p:cNvPr id="102" name="Shape 94"/>
          <p:cNvSpPr/>
          <p:nvPr/>
        </p:nvSpPr>
        <p:spPr>
          <a:xfrm>
            <a:off x="1483888" y="3528185"/>
            <a:ext cx="914400" cy="119299"/>
          </a:xfrm>
          <a:prstGeom prst="rect">
            <a:avLst/>
          </a:prstGeom>
          <a:solidFill>
            <a:srgbClr val="FFFFFF"/>
          </a:solidFill>
          <a:ln w="6350">
            <a:solidFill>
              <a:srgbClr val="E2E2E2"/>
            </a:solidFill>
            <a:prstDash val="solid"/>
          </a:ln>
        </p:spPr>
      </p:sp>
      <p:sp>
        <p:nvSpPr>
          <p:cNvPr id="103" name="Shape 95"/>
          <p:cNvSpPr/>
          <p:nvPr/>
        </p:nvSpPr>
        <p:spPr>
          <a:xfrm>
            <a:off x="587776" y="3647484"/>
            <a:ext cx="256032" cy="119299"/>
          </a:xfrm>
          <a:prstGeom prst="rect">
            <a:avLst/>
          </a:prstGeom>
          <a:solidFill>
            <a:srgbClr val="F8F9FA"/>
          </a:solidFill>
          <a:ln w="6350">
            <a:solidFill>
              <a:srgbClr val="DDDDDD"/>
            </a:solidFill>
            <a:prstDash val="solid"/>
          </a:ln>
        </p:spPr>
      </p:sp>
      <p:sp>
        <p:nvSpPr>
          <p:cNvPr id="104" name="Text 96"/>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05" name="Shape 97"/>
          <p:cNvSpPr/>
          <p:nvPr/>
        </p:nvSpPr>
        <p:spPr>
          <a:xfrm>
            <a:off x="843808" y="3647484"/>
            <a:ext cx="640080" cy="119299"/>
          </a:xfrm>
          <a:prstGeom prst="rect">
            <a:avLst/>
          </a:prstGeom>
          <a:solidFill>
            <a:srgbClr val="FFFFFF"/>
          </a:solidFill>
          <a:ln w="6350">
            <a:solidFill>
              <a:srgbClr val="E2E2E2"/>
            </a:solidFill>
            <a:prstDash val="solid"/>
          </a:ln>
        </p:spPr>
      </p:sp>
      <p:sp>
        <p:nvSpPr>
          <p:cNvPr id="106" name="Shape 98"/>
          <p:cNvSpPr/>
          <p:nvPr/>
        </p:nvSpPr>
        <p:spPr>
          <a:xfrm>
            <a:off x="1483888" y="3647484"/>
            <a:ext cx="914400" cy="119299"/>
          </a:xfrm>
          <a:prstGeom prst="rect">
            <a:avLst/>
          </a:prstGeom>
          <a:solidFill>
            <a:srgbClr val="FFFFFF"/>
          </a:solidFill>
          <a:ln w="6350">
            <a:solidFill>
              <a:srgbClr val="E2E2E2"/>
            </a:solidFill>
            <a:prstDash val="solid"/>
          </a:ln>
        </p:spPr>
      </p:sp>
      <p:sp>
        <p:nvSpPr>
          <p:cNvPr id="107" name="Shape 99"/>
          <p:cNvSpPr/>
          <p:nvPr/>
        </p:nvSpPr>
        <p:spPr>
          <a:xfrm>
            <a:off x="587776" y="3794216"/>
            <a:ext cx="4950927" cy="201168"/>
          </a:xfrm>
          <a:prstGeom prst="rect">
            <a:avLst/>
          </a:prstGeom>
          <a:solidFill>
            <a:srgbClr val="F8F9FA"/>
          </a:solidFill>
          <a:ln w="12700">
            <a:solidFill>
              <a:srgbClr val="F8F9FA"/>
            </a:solidFill>
            <a:prstDash val="solid"/>
          </a:ln>
        </p:spPr>
      </p:sp>
      <p:sp>
        <p:nvSpPr>
          <p:cNvPr id="108" name="Text 100"/>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09" name="Text 101"/>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Santri</a:t>
            </a:r>
            <a:endParaRPr lang="en-US" sz="700" dirty="0"/>
          </a:p>
        </p:txBody>
      </p:sp>
      <p:sp>
        <p:nvSpPr>
          <p:cNvPr id="110" name="Text 102"/>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Setoran</a:t>
            </a:r>
            <a:endParaRPr lang="en-US" sz="700" dirty="0"/>
          </a:p>
        </p:txBody>
      </p:sp>
      <p:sp>
        <p:nvSpPr>
          <p:cNvPr id="111" name="Shape 103"/>
          <p:cNvSpPr/>
          <p:nvPr/>
        </p:nvSpPr>
        <p:spPr>
          <a:xfrm>
            <a:off x="2690896" y="3794216"/>
            <a:ext cx="731520" cy="201168"/>
          </a:xfrm>
          <a:prstGeom prst="rect">
            <a:avLst/>
          </a:prstGeom>
          <a:solidFill>
            <a:srgbClr val="E1EFFE"/>
          </a:solidFill>
          <a:ln w="12700">
            <a:solidFill>
              <a:srgbClr val="E1EFFE"/>
            </a:solidFill>
            <a:prstDash val="solid"/>
          </a:ln>
        </p:spPr>
      </p:sp>
      <p:sp>
        <p:nvSpPr>
          <p:cNvPr id="112" name="Text 104"/>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Target</a:t>
            </a:r>
            <a:endParaRPr lang="en-US" sz="700" dirty="0"/>
          </a:p>
        </p:txBody>
      </p:sp>
      <p:sp>
        <p:nvSpPr>
          <p:cNvPr id="113" name="Text 105"/>
          <p:cNvSpPr txBox="1"/>
          <p:nvPr/>
        </p:nvSpPr>
        <p:spPr>
          <a:xfrm>
            <a:off x="346813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14" name="Shape 106"/>
          <p:cNvSpPr/>
          <p:nvPr/>
        </p:nvSpPr>
        <p:spPr>
          <a:xfrm>
            <a:off x="825520" y="2674801"/>
            <a:ext cx="1591056" cy="394474"/>
          </a:xfrm>
          <a:prstGeom prst="roundRect">
            <a:avLst>
              <a:gd name="adj" fmla="val 11590"/>
            </a:avLst>
          </a:prstGeom>
          <a:solidFill>
            <a:srgbClr val="FFFFFF">
              <a:alpha val="0"/>
            </a:srgbClr>
          </a:solidFill>
          <a:ln w="31750">
            <a:solidFill>
              <a:srgbClr val="E53935"/>
            </a:solidFill>
            <a:prstDash val="solid"/>
          </a:ln>
        </p:spPr>
      </p:sp>
      <p:sp>
        <p:nvSpPr>
          <p:cNvPr id="115" name="Shape 107"/>
          <p:cNvSpPr/>
          <p:nvPr/>
        </p:nvSpPr>
        <p:spPr>
          <a:xfrm>
            <a:off x="2279416" y="2537641"/>
            <a:ext cx="274320" cy="274320"/>
          </a:xfrm>
          <a:prstGeom prst="ellipse">
            <a:avLst/>
          </a:prstGeom>
          <a:solidFill>
            <a:srgbClr val="E53935"/>
          </a:solidFill>
          <a:ln w="12700">
            <a:solidFill>
              <a:srgbClr val="FFFFFF"/>
            </a:solidFill>
            <a:prstDash val="solid"/>
          </a:ln>
        </p:spPr>
      </p:sp>
      <p:sp>
        <p:nvSpPr>
          <p:cNvPr id="116" name="Text 108"/>
          <p:cNvSpPr txBox="1"/>
          <p:nvPr/>
        </p:nvSpPr>
        <p:spPr>
          <a:xfrm>
            <a:off x="2279416" y="25376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117" name="Image 6" descr="preencoded.png">    </p:cNvPr>
          <p:cNvPicPr>
            <a:picLocks noChangeAspect="1"/>
          </p:cNvPicPr>
          <p:nvPr/>
        </p:nvPicPr>
        <p:blipFill>
          <a:blip r:embed="rId7"/>
          <a:stretch>
            <a:fillRect/>
          </a:stretch>
        </p:blipFill>
        <p:spPr>
          <a:xfrm>
            <a:off x="1698772" y="2889933"/>
            <a:ext cx="237744" cy="237744"/>
          </a:xfrm>
          <a:prstGeom prst="rect">
            <a:avLst/>
          </a:prstGeom>
        </p:spPr>
      </p:pic>
      <p:sp>
        <p:nvSpPr>
          <p:cNvPr id="118" name="Text 10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119" name="Text 11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Lembar Target dan hubungannya</a:t>
            </a:r>
            <a:endParaRPr lang="en-US" sz="1800" dirty="0"/>
          </a:p>
        </p:txBody>
      </p:sp>
      <p:sp>
        <p:nvSpPr>
          <p:cNvPr id="120" name="Text 11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Lembar Target: Kelas | TargetPekan. Di Setoran atau Ringkasan, ambil target dengan VLOOKUP berdasarkan kelas.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Ringkasan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Database_Proyek_Kel3 -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Database_Proyek_Kel3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D2</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=SUMIF(Setoran!B:B, A2, Setoran!F:F)</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50292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46728" y="2573789"/>
            <a:ext cx="685800" cy="119299"/>
          </a:xfrm>
          <a:prstGeom prst="rect">
            <a:avLst/>
          </a:prstGeom>
          <a:solidFill>
            <a:srgbClr val="F8F9FA"/>
          </a:solidFill>
          <a:ln w="6350">
            <a:solidFill>
              <a:srgbClr val="DDDDDD"/>
            </a:solidFill>
            <a:prstDash val="solid"/>
          </a:ln>
        </p:spPr>
      </p:sp>
      <p:sp>
        <p:nvSpPr>
          <p:cNvPr id="64" name="Text 56"/>
          <p:cNvSpPr txBox="1"/>
          <p:nvPr/>
        </p:nvSpPr>
        <p:spPr>
          <a:xfrm>
            <a:off x="134672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82296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8229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855488" y="2573789"/>
            <a:ext cx="777240" cy="119299"/>
          </a:xfrm>
          <a:prstGeom prst="rect">
            <a:avLst/>
          </a:prstGeom>
          <a:solidFill>
            <a:srgbClr val="F8F9FA"/>
          </a:solidFill>
          <a:ln w="6350">
            <a:solidFill>
              <a:srgbClr val="DDDDDD"/>
            </a:solidFill>
            <a:prstDash val="solid"/>
          </a:ln>
        </p:spPr>
      </p:sp>
      <p:sp>
        <p:nvSpPr>
          <p:cNvPr id="68" name="Text 60"/>
          <p:cNvSpPr txBox="1"/>
          <p:nvPr/>
        </p:nvSpPr>
        <p:spPr>
          <a:xfrm>
            <a:off x="285548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50292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3" name="Shape 65"/>
          <p:cNvSpPr/>
          <p:nvPr/>
        </p:nvSpPr>
        <p:spPr>
          <a:xfrm>
            <a:off x="1346728" y="2693089"/>
            <a:ext cx="685800" cy="119299"/>
          </a:xfrm>
          <a:prstGeom prst="rect">
            <a:avLst/>
          </a:prstGeom>
          <a:solidFill>
            <a:srgbClr val="0F4C3A"/>
          </a:solidFill>
          <a:ln w="6350">
            <a:solidFill>
              <a:srgbClr val="E2E2E2"/>
            </a:solidFill>
            <a:prstDash val="solid"/>
          </a:ln>
        </p:spPr>
      </p:sp>
      <p:sp>
        <p:nvSpPr>
          <p:cNvPr id="74" name="Text 66"/>
          <p:cNvSpPr txBox="1"/>
          <p:nvPr/>
        </p:nvSpPr>
        <p:spPr>
          <a:xfrm>
            <a:off x="137416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5" name="Shape 67"/>
          <p:cNvSpPr/>
          <p:nvPr/>
        </p:nvSpPr>
        <p:spPr>
          <a:xfrm>
            <a:off x="2032528" y="2693089"/>
            <a:ext cx="822960" cy="119299"/>
          </a:xfrm>
          <a:prstGeom prst="rect">
            <a:avLst/>
          </a:prstGeom>
          <a:solidFill>
            <a:srgbClr val="0F4C3A"/>
          </a:solidFill>
          <a:ln w="6350">
            <a:solidFill>
              <a:srgbClr val="E2E2E2"/>
            </a:solidFill>
            <a:prstDash val="solid"/>
          </a:ln>
        </p:spPr>
      </p:sp>
      <p:sp>
        <p:nvSpPr>
          <p:cNvPr id="76" name="Text 68"/>
          <p:cNvSpPr txBox="1"/>
          <p:nvPr/>
        </p:nvSpPr>
        <p:spPr>
          <a:xfrm>
            <a:off x="2059960" y="2693089"/>
            <a:ext cx="7680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Jml Setor</a:t>
            </a:r>
            <a:endParaRPr lang="en-US" sz="600" dirty="0"/>
          </a:p>
        </p:txBody>
      </p:sp>
      <p:sp>
        <p:nvSpPr>
          <p:cNvPr id="77" name="Shape 69"/>
          <p:cNvSpPr/>
          <p:nvPr/>
        </p:nvSpPr>
        <p:spPr>
          <a:xfrm>
            <a:off x="2855488" y="2693089"/>
            <a:ext cx="777240" cy="119299"/>
          </a:xfrm>
          <a:prstGeom prst="rect">
            <a:avLst/>
          </a:prstGeom>
          <a:solidFill>
            <a:srgbClr val="0F4C3A"/>
          </a:solidFill>
          <a:ln w="6350">
            <a:solidFill>
              <a:srgbClr val="E2E2E2"/>
            </a:solidFill>
            <a:prstDash val="solid"/>
          </a:ln>
        </p:spPr>
      </p:sp>
      <p:sp>
        <p:nvSpPr>
          <p:cNvPr id="78" name="Text 70"/>
          <p:cNvSpPr txBox="1"/>
          <p:nvPr/>
        </p:nvSpPr>
        <p:spPr>
          <a:xfrm>
            <a:off x="288292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Total Ayat</a:t>
            </a:r>
            <a:endParaRPr lang="en-US" sz="600" dirty="0"/>
          </a:p>
        </p:txBody>
      </p:sp>
      <p:sp>
        <p:nvSpPr>
          <p:cNvPr id="79" name="Shape 71"/>
          <p:cNvSpPr/>
          <p:nvPr/>
        </p:nvSpPr>
        <p:spPr>
          <a:xfrm>
            <a:off x="587776" y="2812388"/>
            <a:ext cx="256032" cy="119299"/>
          </a:xfrm>
          <a:prstGeom prst="rect">
            <a:avLst/>
          </a:prstGeom>
          <a:solidFill>
            <a:srgbClr val="F8F9FA"/>
          </a:solidFill>
          <a:ln w="6350">
            <a:solidFill>
              <a:srgbClr val="DDDDDD"/>
            </a:solidFill>
            <a:prstDash val="solid"/>
          </a:ln>
        </p:spPr>
      </p:sp>
      <p:sp>
        <p:nvSpPr>
          <p:cNvPr id="80" name="Text 72"/>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1" name="Shape 73"/>
          <p:cNvSpPr/>
          <p:nvPr/>
        </p:nvSpPr>
        <p:spPr>
          <a:xfrm>
            <a:off x="843808" y="2812388"/>
            <a:ext cx="502920" cy="119299"/>
          </a:xfrm>
          <a:prstGeom prst="rect">
            <a:avLst/>
          </a:prstGeom>
          <a:solidFill>
            <a:srgbClr val="FFFFFF"/>
          </a:solidFill>
          <a:ln w="6350">
            <a:solidFill>
              <a:srgbClr val="E2E2E2"/>
            </a:solidFill>
            <a:prstDash val="solid"/>
          </a:ln>
        </p:spPr>
      </p:sp>
      <p:sp>
        <p:nvSpPr>
          <p:cNvPr id="82" name="Text 74"/>
          <p:cNvSpPr txBox="1"/>
          <p:nvPr/>
        </p:nvSpPr>
        <p:spPr>
          <a:xfrm>
            <a:off x="87124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83" name="Shape 75"/>
          <p:cNvSpPr/>
          <p:nvPr/>
        </p:nvSpPr>
        <p:spPr>
          <a:xfrm>
            <a:off x="1346728" y="2812388"/>
            <a:ext cx="685800" cy="119299"/>
          </a:xfrm>
          <a:prstGeom prst="rect">
            <a:avLst/>
          </a:prstGeom>
          <a:solidFill>
            <a:srgbClr val="FFFFFF"/>
          </a:solidFill>
          <a:ln w="6350">
            <a:solidFill>
              <a:srgbClr val="E2E2E2"/>
            </a:solidFill>
            <a:prstDash val="solid"/>
          </a:ln>
        </p:spPr>
      </p:sp>
      <p:sp>
        <p:nvSpPr>
          <p:cNvPr id="84" name="Text 76"/>
          <p:cNvSpPr txBox="1"/>
          <p:nvPr/>
        </p:nvSpPr>
        <p:spPr>
          <a:xfrm>
            <a:off x="137416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85" name="Shape 77"/>
          <p:cNvSpPr/>
          <p:nvPr/>
        </p:nvSpPr>
        <p:spPr>
          <a:xfrm>
            <a:off x="2032528" y="2812388"/>
            <a:ext cx="822960" cy="119299"/>
          </a:xfrm>
          <a:prstGeom prst="rect">
            <a:avLst/>
          </a:prstGeom>
          <a:solidFill>
            <a:srgbClr val="FFFFFF"/>
          </a:solidFill>
          <a:ln w="6350">
            <a:solidFill>
              <a:srgbClr val="E2E2E2"/>
            </a:solidFill>
            <a:prstDash val="solid"/>
          </a:ln>
        </p:spPr>
      </p:sp>
      <p:sp>
        <p:nvSpPr>
          <p:cNvPr id="86" name="Text 78"/>
          <p:cNvSpPr txBox="1"/>
          <p:nvPr/>
        </p:nvSpPr>
        <p:spPr>
          <a:xfrm>
            <a:off x="2059960" y="2812388"/>
            <a:ext cx="7680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87" name="Shape 79"/>
          <p:cNvSpPr/>
          <p:nvPr/>
        </p:nvSpPr>
        <p:spPr>
          <a:xfrm>
            <a:off x="2855488" y="2812388"/>
            <a:ext cx="777240" cy="119299"/>
          </a:xfrm>
          <a:prstGeom prst="rect">
            <a:avLst/>
          </a:prstGeom>
          <a:solidFill>
            <a:srgbClr val="FFFFFF"/>
          </a:solidFill>
          <a:ln w="6350">
            <a:solidFill>
              <a:srgbClr val="E2E2E2"/>
            </a:solidFill>
            <a:prstDash val="solid"/>
          </a:ln>
        </p:spPr>
      </p:sp>
      <p:sp>
        <p:nvSpPr>
          <p:cNvPr id="88" name="Text 80"/>
          <p:cNvSpPr txBox="1"/>
          <p:nvPr/>
        </p:nvSpPr>
        <p:spPr>
          <a:xfrm>
            <a:off x="2882920" y="2812388"/>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38</a:t>
            </a:r>
            <a:endParaRPr lang="en-US" sz="600" dirty="0"/>
          </a:p>
        </p:txBody>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502920" cy="119299"/>
          </a:xfrm>
          <a:prstGeom prst="rect">
            <a:avLst/>
          </a:prstGeom>
          <a:solidFill>
            <a:srgbClr val="FFFFFF"/>
          </a:solidFill>
          <a:ln w="6350">
            <a:solidFill>
              <a:srgbClr val="E2E2E2"/>
            </a:solidFill>
            <a:prstDash val="solid"/>
          </a:ln>
        </p:spPr>
      </p:sp>
      <p:sp>
        <p:nvSpPr>
          <p:cNvPr id="92" name="Text 84"/>
          <p:cNvSpPr txBox="1"/>
          <p:nvPr/>
        </p:nvSpPr>
        <p:spPr>
          <a:xfrm>
            <a:off x="871240" y="29316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93" name="Shape 85"/>
          <p:cNvSpPr/>
          <p:nvPr/>
        </p:nvSpPr>
        <p:spPr>
          <a:xfrm>
            <a:off x="1346728" y="2931688"/>
            <a:ext cx="685800" cy="119299"/>
          </a:xfrm>
          <a:prstGeom prst="rect">
            <a:avLst/>
          </a:prstGeom>
          <a:solidFill>
            <a:srgbClr val="FFFFFF"/>
          </a:solidFill>
          <a:ln w="6350">
            <a:solidFill>
              <a:srgbClr val="E2E2E2"/>
            </a:solidFill>
            <a:prstDash val="solid"/>
          </a:ln>
        </p:spPr>
      </p:sp>
      <p:sp>
        <p:nvSpPr>
          <p:cNvPr id="94" name="Text 86"/>
          <p:cNvSpPr txBox="1"/>
          <p:nvPr/>
        </p:nvSpPr>
        <p:spPr>
          <a:xfrm>
            <a:off x="137416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95" name="Shape 87"/>
          <p:cNvSpPr/>
          <p:nvPr/>
        </p:nvSpPr>
        <p:spPr>
          <a:xfrm>
            <a:off x="2032528" y="2931688"/>
            <a:ext cx="822960" cy="119299"/>
          </a:xfrm>
          <a:prstGeom prst="rect">
            <a:avLst/>
          </a:prstGeom>
          <a:solidFill>
            <a:srgbClr val="FFFFFF"/>
          </a:solidFill>
          <a:ln w="6350">
            <a:solidFill>
              <a:srgbClr val="E2E2E2"/>
            </a:solidFill>
            <a:prstDash val="solid"/>
          </a:ln>
        </p:spPr>
      </p:sp>
      <p:sp>
        <p:nvSpPr>
          <p:cNvPr id="96" name="Text 88"/>
          <p:cNvSpPr txBox="1"/>
          <p:nvPr/>
        </p:nvSpPr>
        <p:spPr>
          <a:xfrm>
            <a:off x="2059960" y="2931688"/>
            <a:ext cx="7680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7" name="Shape 89"/>
          <p:cNvSpPr/>
          <p:nvPr/>
        </p:nvSpPr>
        <p:spPr>
          <a:xfrm>
            <a:off x="2855488" y="2931688"/>
            <a:ext cx="777240" cy="119299"/>
          </a:xfrm>
          <a:prstGeom prst="rect">
            <a:avLst/>
          </a:prstGeom>
          <a:solidFill>
            <a:srgbClr val="FFFFFF"/>
          </a:solidFill>
          <a:ln w="6350">
            <a:solidFill>
              <a:srgbClr val="E2E2E2"/>
            </a:solidFill>
            <a:prstDash val="solid"/>
          </a:ln>
        </p:spPr>
      </p:sp>
      <p:sp>
        <p:nvSpPr>
          <p:cNvPr id="98" name="Text 90"/>
          <p:cNvSpPr txBox="1"/>
          <p:nvPr/>
        </p:nvSpPr>
        <p:spPr>
          <a:xfrm>
            <a:off x="2882920" y="2931688"/>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10</a:t>
            </a:r>
            <a:endParaRPr lang="en-US" sz="600" dirty="0"/>
          </a:p>
        </p:txBody>
      </p:sp>
      <p:sp>
        <p:nvSpPr>
          <p:cNvPr id="99" name="Shape 91"/>
          <p:cNvSpPr/>
          <p:nvPr/>
        </p:nvSpPr>
        <p:spPr>
          <a:xfrm>
            <a:off x="587776" y="3050987"/>
            <a:ext cx="256032" cy="119299"/>
          </a:xfrm>
          <a:prstGeom prst="rect">
            <a:avLst/>
          </a:prstGeom>
          <a:solidFill>
            <a:srgbClr val="F8F9FA"/>
          </a:solidFill>
          <a:ln w="6350">
            <a:solidFill>
              <a:srgbClr val="DDDDDD"/>
            </a:solidFill>
            <a:prstDash val="solid"/>
          </a:ln>
        </p:spPr>
      </p:sp>
      <p:sp>
        <p:nvSpPr>
          <p:cNvPr id="100" name="Text 92"/>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1" name="Shape 93"/>
          <p:cNvSpPr/>
          <p:nvPr/>
        </p:nvSpPr>
        <p:spPr>
          <a:xfrm>
            <a:off x="843808" y="3050987"/>
            <a:ext cx="502920" cy="119299"/>
          </a:xfrm>
          <a:prstGeom prst="rect">
            <a:avLst/>
          </a:prstGeom>
          <a:solidFill>
            <a:srgbClr val="FFFFFF"/>
          </a:solidFill>
          <a:ln w="6350">
            <a:solidFill>
              <a:srgbClr val="E2E2E2"/>
            </a:solidFill>
            <a:prstDash val="solid"/>
          </a:ln>
        </p:spPr>
      </p:sp>
      <p:sp>
        <p:nvSpPr>
          <p:cNvPr id="102" name="Text 94"/>
          <p:cNvSpPr txBox="1"/>
          <p:nvPr/>
        </p:nvSpPr>
        <p:spPr>
          <a:xfrm>
            <a:off x="871240" y="30509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03" name="Shape 95"/>
          <p:cNvSpPr/>
          <p:nvPr/>
        </p:nvSpPr>
        <p:spPr>
          <a:xfrm>
            <a:off x="1346728" y="3050987"/>
            <a:ext cx="685800" cy="119299"/>
          </a:xfrm>
          <a:prstGeom prst="rect">
            <a:avLst/>
          </a:prstGeom>
          <a:solidFill>
            <a:srgbClr val="FFFFFF"/>
          </a:solidFill>
          <a:ln w="6350">
            <a:solidFill>
              <a:srgbClr val="E2E2E2"/>
            </a:solidFill>
            <a:prstDash val="solid"/>
          </a:ln>
        </p:spPr>
      </p:sp>
      <p:sp>
        <p:nvSpPr>
          <p:cNvPr id="104" name="Text 96"/>
          <p:cNvSpPr txBox="1"/>
          <p:nvPr/>
        </p:nvSpPr>
        <p:spPr>
          <a:xfrm>
            <a:off x="137416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05" name="Shape 97"/>
          <p:cNvSpPr/>
          <p:nvPr/>
        </p:nvSpPr>
        <p:spPr>
          <a:xfrm>
            <a:off x="2032528" y="3050987"/>
            <a:ext cx="822960" cy="119299"/>
          </a:xfrm>
          <a:prstGeom prst="rect">
            <a:avLst/>
          </a:prstGeom>
          <a:solidFill>
            <a:srgbClr val="FFFFFF"/>
          </a:solidFill>
          <a:ln w="6350">
            <a:solidFill>
              <a:srgbClr val="E2E2E2"/>
            </a:solidFill>
            <a:prstDash val="solid"/>
          </a:ln>
        </p:spPr>
      </p:sp>
      <p:sp>
        <p:nvSpPr>
          <p:cNvPr id="106" name="Text 98"/>
          <p:cNvSpPr txBox="1"/>
          <p:nvPr/>
        </p:nvSpPr>
        <p:spPr>
          <a:xfrm>
            <a:off x="2059960" y="3050987"/>
            <a:ext cx="7680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07" name="Shape 99"/>
          <p:cNvSpPr/>
          <p:nvPr/>
        </p:nvSpPr>
        <p:spPr>
          <a:xfrm>
            <a:off x="2855488" y="3050987"/>
            <a:ext cx="777240" cy="119299"/>
          </a:xfrm>
          <a:prstGeom prst="rect">
            <a:avLst/>
          </a:prstGeom>
          <a:solidFill>
            <a:srgbClr val="FFFFFF"/>
          </a:solidFill>
          <a:ln w="6350">
            <a:solidFill>
              <a:srgbClr val="E2E2E2"/>
            </a:solidFill>
            <a:prstDash val="solid"/>
          </a:ln>
        </p:spPr>
      </p:sp>
      <p:sp>
        <p:nvSpPr>
          <p:cNvPr id="108" name="Text 100"/>
          <p:cNvSpPr txBox="1"/>
          <p:nvPr/>
        </p:nvSpPr>
        <p:spPr>
          <a:xfrm>
            <a:off x="2882920" y="3050987"/>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15</a:t>
            </a:r>
            <a:endParaRPr lang="en-US" sz="600" dirty="0"/>
          </a:p>
        </p:txBody>
      </p:sp>
      <p:sp>
        <p:nvSpPr>
          <p:cNvPr id="109" name="Shape 101"/>
          <p:cNvSpPr/>
          <p:nvPr/>
        </p:nvSpPr>
        <p:spPr>
          <a:xfrm>
            <a:off x="587776" y="3170287"/>
            <a:ext cx="256032" cy="119299"/>
          </a:xfrm>
          <a:prstGeom prst="rect">
            <a:avLst/>
          </a:prstGeom>
          <a:solidFill>
            <a:srgbClr val="F8F9FA"/>
          </a:solidFill>
          <a:ln w="6350">
            <a:solidFill>
              <a:srgbClr val="DDDDDD"/>
            </a:solidFill>
            <a:prstDash val="solid"/>
          </a:ln>
        </p:spPr>
      </p:sp>
      <p:sp>
        <p:nvSpPr>
          <p:cNvPr id="110" name="Text 10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1" name="Shape 103"/>
          <p:cNvSpPr/>
          <p:nvPr/>
        </p:nvSpPr>
        <p:spPr>
          <a:xfrm>
            <a:off x="843808" y="3170287"/>
            <a:ext cx="502920" cy="119299"/>
          </a:xfrm>
          <a:prstGeom prst="rect">
            <a:avLst/>
          </a:prstGeom>
          <a:solidFill>
            <a:srgbClr val="FFFFFF"/>
          </a:solidFill>
          <a:ln w="6350">
            <a:solidFill>
              <a:srgbClr val="E2E2E2"/>
            </a:solidFill>
            <a:prstDash val="solid"/>
          </a:ln>
        </p:spPr>
      </p:sp>
      <p:sp>
        <p:nvSpPr>
          <p:cNvPr id="112" name="Text 104"/>
          <p:cNvSpPr txBox="1"/>
          <p:nvPr/>
        </p:nvSpPr>
        <p:spPr>
          <a:xfrm>
            <a:off x="871240" y="3170287"/>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13" name="Shape 105"/>
          <p:cNvSpPr/>
          <p:nvPr/>
        </p:nvSpPr>
        <p:spPr>
          <a:xfrm>
            <a:off x="1346728" y="3170287"/>
            <a:ext cx="685800" cy="119299"/>
          </a:xfrm>
          <a:prstGeom prst="rect">
            <a:avLst/>
          </a:prstGeom>
          <a:solidFill>
            <a:srgbClr val="FFFFFF"/>
          </a:solidFill>
          <a:ln w="6350">
            <a:solidFill>
              <a:srgbClr val="E2E2E2"/>
            </a:solidFill>
            <a:prstDash val="solid"/>
          </a:ln>
        </p:spPr>
      </p:sp>
      <p:sp>
        <p:nvSpPr>
          <p:cNvPr id="114" name="Text 106"/>
          <p:cNvSpPr txBox="1"/>
          <p:nvPr/>
        </p:nvSpPr>
        <p:spPr>
          <a:xfrm>
            <a:off x="137416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15" name="Shape 107"/>
          <p:cNvSpPr/>
          <p:nvPr/>
        </p:nvSpPr>
        <p:spPr>
          <a:xfrm>
            <a:off x="2032528" y="3170287"/>
            <a:ext cx="822960" cy="119299"/>
          </a:xfrm>
          <a:prstGeom prst="rect">
            <a:avLst/>
          </a:prstGeom>
          <a:solidFill>
            <a:srgbClr val="FFFFFF"/>
          </a:solidFill>
          <a:ln w="6350">
            <a:solidFill>
              <a:srgbClr val="E2E2E2"/>
            </a:solidFill>
            <a:prstDash val="solid"/>
          </a:ln>
        </p:spPr>
      </p:sp>
      <p:sp>
        <p:nvSpPr>
          <p:cNvPr id="116" name="Text 108"/>
          <p:cNvSpPr txBox="1"/>
          <p:nvPr/>
        </p:nvSpPr>
        <p:spPr>
          <a:xfrm>
            <a:off x="2059960" y="3170287"/>
            <a:ext cx="7680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17" name="Shape 109"/>
          <p:cNvSpPr/>
          <p:nvPr/>
        </p:nvSpPr>
        <p:spPr>
          <a:xfrm>
            <a:off x="2855488" y="3170287"/>
            <a:ext cx="777240" cy="119299"/>
          </a:xfrm>
          <a:prstGeom prst="rect">
            <a:avLst/>
          </a:prstGeom>
          <a:solidFill>
            <a:srgbClr val="FFFFFF"/>
          </a:solidFill>
          <a:ln w="6350">
            <a:solidFill>
              <a:srgbClr val="E2E2E2"/>
            </a:solidFill>
            <a:prstDash val="solid"/>
          </a:ln>
        </p:spPr>
      </p:sp>
      <p:sp>
        <p:nvSpPr>
          <p:cNvPr id="118" name="Text 110"/>
          <p:cNvSpPr txBox="1"/>
          <p:nvPr/>
        </p:nvSpPr>
        <p:spPr>
          <a:xfrm>
            <a:off x="2882920" y="3170287"/>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12</a:t>
            </a:r>
            <a:endParaRPr lang="en-US" sz="600" dirty="0"/>
          </a:p>
        </p:txBody>
      </p:sp>
      <p:sp>
        <p:nvSpPr>
          <p:cNvPr id="119" name="Shape 111"/>
          <p:cNvSpPr/>
          <p:nvPr/>
        </p:nvSpPr>
        <p:spPr>
          <a:xfrm>
            <a:off x="587776" y="3289586"/>
            <a:ext cx="256032" cy="119299"/>
          </a:xfrm>
          <a:prstGeom prst="rect">
            <a:avLst/>
          </a:prstGeom>
          <a:solidFill>
            <a:srgbClr val="F8F9FA"/>
          </a:solidFill>
          <a:ln w="6350">
            <a:solidFill>
              <a:srgbClr val="DDDDDD"/>
            </a:solidFill>
            <a:prstDash val="solid"/>
          </a:ln>
        </p:spPr>
      </p:sp>
      <p:sp>
        <p:nvSpPr>
          <p:cNvPr id="120" name="Text 11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21" name="Shape 113"/>
          <p:cNvSpPr/>
          <p:nvPr/>
        </p:nvSpPr>
        <p:spPr>
          <a:xfrm>
            <a:off x="843808" y="3289586"/>
            <a:ext cx="502920" cy="119299"/>
          </a:xfrm>
          <a:prstGeom prst="rect">
            <a:avLst/>
          </a:prstGeom>
          <a:solidFill>
            <a:srgbClr val="FFFFFF"/>
          </a:solidFill>
          <a:ln w="6350">
            <a:solidFill>
              <a:srgbClr val="E2E2E2"/>
            </a:solidFill>
            <a:prstDash val="solid"/>
          </a:ln>
        </p:spPr>
      </p:sp>
      <p:sp>
        <p:nvSpPr>
          <p:cNvPr id="122" name="Shape 114"/>
          <p:cNvSpPr/>
          <p:nvPr/>
        </p:nvSpPr>
        <p:spPr>
          <a:xfrm>
            <a:off x="1346728" y="3289586"/>
            <a:ext cx="685800" cy="119299"/>
          </a:xfrm>
          <a:prstGeom prst="rect">
            <a:avLst/>
          </a:prstGeom>
          <a:solidFill>
            <a:srgbClr val="FFFFFF"/>
          </a:solidFill>
          <a:ln w="6350">
            <a:solidFill>
              <a:srgbClr val="E2E2E2"/>
            </a:solidFill>
            <a:prstDash val="solid"/>
          </a:ln>
        </p:spPr>
      </p:sp>
      <p:sp>
        <p:nvSpPr>
          <p:cNvPr id="123" name="Shape 115"/>
          <p:cNvSpPr/>
          <p:nvPr/>
        </p:nvSpPr>
        <p:spPr>
          <a:xfrm>
            <a:off x="2032528" y="3289586"/>
            <a:ext cx="822960" cy="119299"/>
          </a:xfrm>
          <a:prstGeom prst="rect">
            <a:avLst/>
          </a:prstGeom>
          <a:solidFill>
            <a:srgbClr val="FFFFFF"/>
          </a:solidFill>
          <a:ln w="6350">
            <a:solidFill>
              <a:srgbClr val="E2E2E2"/>
            </a:solidFill>
            <a:prstDash val="solid"/>
          </a:ln>
        </p:spPr>
      </p:sp>
      <p:sp>
        <p:nvSpPr>
          <p:cNvPr id="124" name="Shape 116"/>
          <p:cNvSpPr/>
          <p:nvPr/>
        </p:nvSpPr>
        <p:spPr>
          <a:xfrm>
            <a:off x="2855488" y="3289586"/>
            <a:ext cx="777240" cy="119299"/>
          </a:xfrm>
          <a:prstGeom prst="rect">
            <a:avLst/>
          </a:prstGeom>
          <a:solidFill>
            <a:srgbClr val="FFFFFF"/>
          </a:solidFill>
          <a:ln w="6350">
            <a:solidFill>
              <a:srgbClr val="E2E2E2"/>
            </a:solidFill>
            <a:prstDash val="solid"/>
          </a:ln>
        </p:spPr>
      </p:sp>
      <p:sp>
        <p:nvSpPr>
          <p:cNvPr id="125" name="Shape 117"/>
          <p:cNvSpPr/>
          <p:nvPr/>
        </p:nvSpPr>
        <p:spPr>
          <a:xfrm>
            <a:off x="587776" y="3408885"/>
            <a:ext cx="256032" cy="119299"/>
          </a:xfrm>
          <a:prstGeom prst="rect">
            <a:avLst/>
          </a:prstGeom>
          <a:solidFill>
            <a:srgbClr val="F8F9FA"/>
          </a:solidFill>
          <a:ln w="6350">
            <a:solidFill>
              <a:srgbClr val="DDDDDD"/>
            </a:solidFill>
            <a:prstDash val="solid"/>
          </a:ln>
        </p:spPr>
      </p:sp>
      <p:sp>
        <p:nvSpPr>
          <p:cNvPr id="126" name="Text 11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7" name="Shape 119"/>
          <p:cNvSpPr/>
          <p:nvPr/>
        </p:nvSpPr>
        <p:spPr>
          <a:xfrm>
            <a:off x="843808" y="3408885"/>
            <a:ext cx="502920" cy="119299"/>
          </a:xfrm>
          <a:prstGeom prst="rect">
            <a:avLst/>
          </a:prstGeom>
          <a:solidFill>
            <a:srgbClr val="FFFFFF"/>
          </a:solidFill>
          <a:ln w="6350">
            <a:solidFill>
              <a:srgbClr val="E2E2E2"/>
            </a:solidFill>
            <a:prstDash val="solid"/>
          </a:ln>
        </p:spPr>
      </p:sp>
      <p:sp>
        <p:nvSpPr>
          <p:cNvPr id="128" name="Shape 120"/>
          <p:cNvSpPr/>
          <p:nvPr/>
        </p:nvSpPr>
        <p:spPr>
          <a:xfrm>
            <a:off x="1346728" y="3408885"/>
            <a:ext cx="685800" cy="119299"/>
          </a:xfrm>
          <a:prstGeom prst="rect">
            <a:avLst/>
          </a:prstGeom>
          <a:solidFill>
            <a:srgbClr val="FFFFFF"/>
          </a:solidFill>
          <a:ln w="6350">
            <a:solidFill>
              <a:srgbClr val="E2E2E2"/>
            </a:solidFill>
            <a:prstDash val="solid"/>
          </a:ln>
        </p:spPr>
      </p:sp>
      <p:sp>
        <p:nvSpPr>
          <p:cNvPr id="129" name="Shape 121"/>
          <p:cNvSpPr/>
          <p:nvPr/>
        </p:nvSpPr>
        <p:spPr>
          <a:xfrm>
            <a:off x="2032528" y="3408885"/>
            <a:ext cx="822960" cy="119299"/>
          </a:xfrm>
          <a:prstGeom prst="rect">
            <a:avLst/>
          </a:prstGeom>
          <a:solidFill>
            <a:srgbClr val="FFFFFF"/>
          </a:solidFill>
          <a:ln w="6350">
            <a:solidFill>
              <a:srgbClr val="E2E2E2"/>
            </a:solidFill>
            <a:prstDash val="solid"/>
          </a:ln>
        </p:spPr>
      </p:sp>
      <p:sp>
        <p:nvSpPr>
          <p:cNvPr id="130" name="Shape 122"/>
          <p:cNvSpPr/>
          <p:nvPr/>
        </p:nvSpPr>
        <p:spPr>
          <a:xfrm>
            <a:off x="2855488" y="3408885"/>
            <a:ext cx="777240" cy="119299"/>
          </a:xfrm>
          <a:prstGeom prst="rect">
            <a:avLst/>
          </a:prstGeom>
          <a:solidFill>
            <a:srgbClr val="FFFFFF"/>
          </a:solidFill>
          <a:ln w="6350">
            <a:solidFill>
              <a:srgbClr val="E2E2E2"/>
            </a:solidFill>
            <a:prstDash val="solid"/>
          </a:ln>
        </p:spPr>
      </p:sp>
      <p:sp>
        <p:nvSpPr>
          <p:cNvPr id="131" name="Shape 123"/>
          <p:cNvSpPr/>
          <p:nvPr/>
        </p:nvSpPr>
        <p:spPr>
          <a:xfrm>
            <a:off x="587776" y="3528185"/>
            <a:ext cx="256032" cy="119299"/>
          </a:xfrm>
          <a:prstGeom prst="rect">
            <a:avLst/>
          </a:prstGeom>
          <a:solidFill>
            <a:srgbClr val="F8F9FA"/>
          </a:solidFill>
          <a:ln w="6350">
            <a:solidFill>
              <a:srgbClr val="DDDDDD"/>
            </a:solidFill>
            <a:prstDash val="solid"/>
          </a:ln>
        </p:spPr>
      </p:sp>
      <p:sp>
        <p:nvSpPr>
          <p:cNvPr id="132" name="Text 12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3" name="Shape 125"/>
          <p:cNvSpPr/>
          <p:nvPr/>
        </p:nvSpPr>
        <p:spPr>
          <a:xfrm>
            <a:off x="843808" y="3528185"/>
            <a:ext cx="502920" cy="119299"/>
          </a:xfrm>
          <a:prstGeom prst="rect">
            <a:avLst/>
          </a:prstGeom>
          <a:solidFill>
            <a:srgbClr val="FFFFFF"/>
          </a:solidFill>
          <a:ln w="6350">
            <a:solidFill>
              <a:srgbClr val="E2E2E2"/>
            </a:solidFill>
            <a:prstDash val="solid"/>
          </a:ln>
        </p:spPr>
      </p:sp>
      <p:sp>
        <p:nvSpPr>
          <p:cNvPr id="134" name="Shape 126"/>
          <p:cNvSpPr/>
          <p:nvPr/>
        </p:nvSpPr>
        <p:spPr>
          <a:xfrm>
            <a:off x="1346728" y="3528185"/>
            <a:ext cx="685800" cy="119299"/>
          </a:xfrm>
          <a:prstGeom prst="rect">
            <a:avLst/>
          </a:prstGeom>
          <a:solidFill>
            <a:srgbClr val="FFFFFF"/>
          </a:solidFill>
          <a:ln w="6350">
            <a:solidFill>
              <a:srgbClr val="E2E2E2"/>
            </a:solidFill>
            <a:prstDash val="solid"/>
          </a:ln>
        </p:spPr>
      </p:sp>
      <p:sp>
        <p:nvSpPr>
          <p:cNvPr id="135" name="Shape 127"/>
          <p:cNvSpPr/>
          <p:nvPr/>
        </p:nvSpPr>
        <p:spPr>
          <a:xfrm>
            <a:off x="2032528" y="3528185"/>
            <a:ext cx="822960" cy="119299"/>
          </a:xfrm>
          <a:prstGeom prst="rect">
            <a:avLst/>
          </a:prstGeom>
          <a:solidFill>
            <a:srgbClr val="FFFFFF"/>
          </a:solidFill>
          <a:ln w="6350">
            <a:solidFill>
              <a:srgbClr val="E2E2E2"/>
            </a:solidFill>
            <a:prstDash val="solid"/>
          </a:ln>
        </p:spPr>
      </p:sp>
      <p:sp>
        <p:nvSpPr>
          <p:cNvPr id="136" name="Shape 128"/>
          <p:cNvSpPr/>
          <p:nvPr/>
        </p:nvSpPr>
        <p:spPr>
          <a:xfrm>
            <a:off x="2855488" y="3528185"/>
            <a:ext cx="77724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502920" cy="119299"/>
          </a:xfrm>
          <a:prstGeom prst="rect">
            <a:avLst/>
          </a:prstGeom>
          <a:solidFill>
            <a:srgbClr val="FFFFFF"/>
          </a:solidFill>
          <a:ln w="6350">
            <a:solidFill>
              <a:srgbClr val="E2E2E2"/>
            </a:solidFill>
            <a:prstDash val="solid"/>
          </a:ln>
        </p:spPr>
      </p:sp>
      <p:sp>
        <p:nvSpPr>
          <p:cNvPr id="140" name="Shape 132"/>
          <p:cNvSpPr/>
          <p:nvPr/>
        </p:nvSpPr>
        <p:spPr>
          <a:xfrm>
            <a:off x="1346728" y="3647484"/>
            <a:ext cx="685800" cy="119299"/>
          </a:xfrm>
          <a:prstGeom prst="rect">
            <a:avLst/>
          </a:prstGeom>
          <a:solidFill>
            <a:srgbClr val="FFFFFF"/>
          </a:solidFill>
          <a:ln w="6350">
            <a:solidFill>
              <a:srgbClr val="E2E2E2"/>
            </a:solidFill>
            <a:prstDash val="solid"/>
          </a:ln>
        </p:spPr>
      </p:sp>
      <p:sp>
        <p:nvSpPr>
          <p:cNvPr id="141" name="Shape 133"/>
          <p:cNvSpPr/>
          <p:nvPr/>
        </p:nvSpPr>
        <p:spPr>
          <a:xfrm>
            <a:off x="2032528" y="3647484"/>
            <a:ext cx="822960" cy="119299"/>
          </a:xfrm>
          <a:prstGeom prst="rect">
            <a:avLst/>
          </a:prstGeom>
          <a:solidFill>
            <a:srgbClr val="FFFFFF"/>
          </a:solidFill>
          <a:ln w="6350">
            <a:solidFill>
              <a:srgbClr val="E2E2E2"/>
            </a:solidFill>
            <a:prstDash val="solid"/>
          </a:ln>
        </p:spPr>
      </p:sp>
      <p:sp>
        <p:nvSpPr>
          <p:cNvPr id="142" name="Shape 134"/>
          <p:cNvSpPr/>
          <p:nvPr/>
        </p:nvSpPr>
        <p:spPr>
          <a:xfrm>
            <a:off x="2855488" y="3647484"/>
            <a:ext cx="777240" cy="119299"/>
          </a:xfrm>
          <a:prstGeom prst="rect">
            <a:avLst/>
          </a:prstGeom>
          <a:solidFill>
            <a:srgbClr val="FFFFFF"/>
          </a:solidFill>
          <a:ln w="6350">
            <a:solidFill>
              <a:srgbClr val="E2E2E2"/>
            </a:solidFill>
            <a:prstDash val="solid"/>
          </a:ln>
        </p:spPr>
      </p:sp>
      <p:sp>
        <p:nvSpPr>
          <p:cNvPr id="143" name="Shape 135"/>
          <p:cNvSpPr/>
          <p:nvPr/>
        </p:nvSpPr>
        <p:spPr>
          <a:xfrm>
            <a:off x="2855488" y="2812388"/>
            <a:ext cx="777240" cy="119299"/>
          </a:xfrm>
          <a:prstGeom prst="rect">
            <a:avLst/>
          </a:prstGeom>
          <a:solidFill>
            <a:srgbClr val="1A73E8">
              <a:alpha val="12000"/>
            </a:srgbClr>
          </a:solidFill>
          <a:ln w="19050">
            <a:solidFill>
              <a:srgbClr val="1A73E8"/>
            </a:solidFill>
            <a:prstDash val="solid"/>
          </a:ln>
        </p:spPr>
      </p:sp>
      <p:sp>
        <p:nvSpPr>
          <p:cNvPr id="144" name="Shape 136"/>
          <p:cNvSpPr/>
          <p:nvPr/>
        </p:nvSpPr>
        <p:spPr>
          <a:xfrm>
            <a:off x="587776" y="3794216"/>
            <a:ext cx="4950927" cy="201168"/>
          </a:xfrm>
          <a:prstGeom prst="rect">
            <a:avLst/>
          </a:prstGeom>
          <a:solidFill>
            <a:srgbClr val="F8F9FA"/>
          </a:solidFill>
          <a:ln w="12700">
            <a:solidFill>
              <a:srgbClr val="F8F9FA"/>
            </a:solidFill>
            <a:prstDash val="solid"/>
          </a:ln>
        </p:spPr>
      </p:sp>
      <p:sp>
        <p:nvSpPr>
          <p:cNvPr id="145" name="Text 137"/>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6" name="Text 138"/>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Santri</a:t>
            </a:r>
            <a:endParaRPr lang="en-US" sz="700" dirty="0"/>
          </a:p>
        </p:txBody>
      </p:sp>
      <p:sp>
        <p:nvSpPr>
          <p:cNvPr id="147" name="Text 139"/>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Setoran</a:t>
            </a:r>
            <a:endParaRPr lang="en-US" sz="700" dirty="0"/>
          </a:p>
        </p:txBody>
      </p:sp>
      <p:sp>
        <p:nvSpPr>
          <p:cNvPr id="148" name="Text 140"/>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Target</a:t>
            </a:r>
            <a:endParaRPr lang="en-US" sz="700" dirty="0"/>
          </a:p>
        </p:txBody>
      </p:sp>
      <p:sp>
        <p:nvSpPr>
          <p:cNvPr id="149" name="Shape 141"/>
          <p:cNvSpPr/>
          <p:nvPr/>
        </p:nvSpPr>
        <p:spPr>
          <a:xfrm>
            <a:off x="3468136" y="3794216"/>
            <a:ext cx="731520" cy="201168"/>
          </a:xfrm>
          <a:prstGeom prst="rect">
            <a:avLst/>
          </a:prstGeom>
          <a:solidFill>
            <a:srgbClr val="E1EFFE"/>
          </a:solidFill>
          <a:ln w="12700">
            <a:solidFill>
              <a:srgbClr val="E1EFFE"/>
            </a:solidFill>
            <a:prstDash val="solid"/>
          </a:ln>
        </p:spPr>
      </p:sp>
      <p:sp>
        <p:nvSpPr>
          <p:cNvPr id="150" name="Text 142"/>
          <p:cNvSpPr txBox="1"/>
          <p:nvPr/>
        </p:nvSpPr>
        <p:spPr>
          <a:xfrm>
            <a:off x="346813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51" name="Shape 143"/>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152" name="Shape 144"/>
          <p:cNvSpPr/>
          <p:nvPr/>
        </p:nvSpPr>
        <p:spPr>
          <a:xfrm>
            <a:off x="5310104" y="2198885"/>
            <a:ext cx="274320" cy="274320"/>
          </a:xfrm>
          <a:prstGeom prst="ellipse">
            <a:avLst/>
          </a:prstGeom>
          <a:solidFill>
            <a:srgbClr val="E53935"/>
          </a:solidFill>
          <a:ln w="12700">
            <a:solidFill>
              <a:srgbClr val="FFFFFF"/>
            </a:solidFill>
            <a:prstDash val="solid"/>
          </a:ln>
        </p:spPr>
      </p:sp>
      <p:sp>
        <p:nvSpPr>
          <p:cNvPr id="153" name="Text 145"/>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54" name="Image 6" descr="preencoded.png">    </p:cNvPr>
          <p:cNvPicPr>
            <a:picLocks noChangeAspect="1"/>
          </p:cNvPicPr>
          <p:nvPr/>
        </p:nvPicPr>
        <p:blipFill>
          <a:blip r:embed="rId7"/>
          <a:stretch>
            <a:fillRect/>
          </a:stretch>
        </p:blipFill>
        <p:spPr>
          <a:xfrm>
            <a:off x="3571390" y="2464976"/>
            <a:ext cx="237744" cy="237744"/>
          </a:xfrm>
          <a:prstGeom prst="rect">
            <a:avLst/>
          </a:prstGeom>
        </p:spPr>
      </p:pic>
      <p:sp>
        <p:nvSpPr>
          <p:cNvPr id="155" name="Shape 146"/>
          <p:cNvSpPr/>
          <p:nvPr/>
        </p:nvSpPr>
        <p:spPr>
          <a:xfrm>
            <a:off x="2014240" y="2794100"/>
            <a:ext cx="1636776" cy="513774"/>
          </a:xfrm>
          <a:prstGeom prst="roundRect">
            <a:avLst>
              <a:gd name="adj" fmla="val 8899"/>
            </a:avLst>
          </a:prstGeom>
          <a:solidFill>
            <a:srgbClr val="FFFFFF">
              <a:alpha val="0"/>
            </a:srgbClr>
          </a:solidFill>
          <a:ln w="31750">
            <a:solidFill>
              <a:srgbClr val="E53935"/>
            </a:solidFill>
            <a:prstDash val="solid"/>
          </a:ln>
        </p:spPr>
      </p:sp>
      <p:sp>
        <p:nvSpPr>
          <p:cNvPr id="156" name="Shape 147"/>
          <p:cNvSpPr/>
          <p:nvPr/>
        </p:nvSpPr>
        <p:spPr>
          <a:xfrm>
            <a:off x="3513856" y="2656940"/>
            <a:ext cx="274320" cy="274320"/>
          </a:xfrm>
          <a:prstGeom prst="ellipse">
            <a:avLst/>
          </a:prstGeom>
          <a:solidFill>
            <a:srgbClr val="E53935"/>
          </a:solidFill>
          <a:ln w="12700">
            <a:solidFill>
              <a:srgbClr val="FFFFFF"/>
            </a:solidFill>
            <a:prstDash val="solid"/>
          </a:ln>
        </p:spPr>
      </p:sp>
      <p:sp>
        <p:nvSpPr>
          <p:cNvPr id="157" name="Text 148"/>
          <p:cNvSpPr txBox="1"/>
          <p:nvPr/>
        </p:nvSpPr>
        <p:spPr>
          <a:xfrm>
            <a:off x="351385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58" name="Image 7" descr="preencoded.png">    </p:cNvPr>
          <p:cNvPicPr>
            <a:picLocks noChangeAspect="1"/>
          </p:cNvPicPr>
          <p:nvPr/>
        </p:nvPicPr>
        <p:blipFill>
          <a:blip r:embed="rId8"/>
          <a:stretch>
            <a:fillRect/>
          </a:stretch>
        </p:blipFill>
        <p:spPr>
          <a:xfrm>
            <a:off x="2912638" y="3074847"/>
            <a:ext cx="237744" cy="237744"/>
          </a:xfrm>
          <a:prstGeom prst="rect">
            <a:avLst/>
          </a:prstGeom>
        </p:spPr>
      </p:pic>
      <p:sp>
        <p:nvSpPr>
          <p:cNvPr id="159" name="Text 1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60" name="Text 1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Lembar Ringkasan: per santri</a:t>
            </a:r>
            <a:endParaRPr lang="en-US" sz="1800" dirty="0"/>
          </a:p>
        </p:txBody>
      </p:sp>
      <p:sp>
        <p:nvSpPr>
          <p:cNvPr id="161" name="Text 1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 Kode (salin dari Santri), B: Nama (VLOOKUP), C: Jumlah setor (COUNTIF), D: Total ayat (SUMIF).</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Ringkasan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Database_Proyek_Kel3 -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Database_Proyek_Kel3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E4</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=IF(C4&gt;=D4, "Tercapai", "Semangat")</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5720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01008" y="2573789"/>
            <a:ext cx="594360" cy="119299"/>
          </a:xfrm>
          <a:prstGeom prst="rect">
            <a:avLst/>
          </a:prstGeom>
          <a:solidFill>
            <a:srgbClr val="F8F9FA"/>
          </a:solidFill>
          <a:ln w="6350">
            <a:solidFill>
              <a:srgbClr val="DDDDDD"/>
            </a:solidFill>
            <a:prstDash val="solid"/>
          </a:ln>
        </p:spPr>
      </p:sp>
      <p:sp>
        <p:nvSpPr>
          <p:cNvPr id="64" name="Text 56"/>
          <p:cNvSpPr txBox="1"/>
          <p:nvPr/>
        </p:nvSpPr>
        <p:spPr>
          <a:xfrm>
            <a:off x="1301008" y="2573789"/>
            <a:ext cx="5943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895368" y="2573789"/>
            <a:ext cx="548640" cy="119299"/>
          </a:xfrm>
          <a:prstGeom prst="rect">
            <a:avLst/>
          </a:prstGeom>
          <a:solidFill>
            <a:srgbClr val="F8F9FA"/>
          </a:solidFill>
          <a:ln w="6350">
            <a:solidFill>
              <a:srgbClr val="DDDDDD"/>
            </a:solidFill>
            <a:prstDash val="solid"/>
          </a:ln>
        </p:spPr>
      </p:sp>
      <p:sp>
        <p:nvSpPr>
          <p:cNvPr id="66" name="Text 58"/>
          <p:cNvSpPr txBox="1"/>
          <p:nvPr/>
        </p:nvSpPr>
        <p:spPr>
          <a:xfrm>
            <a:off x="189536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444008" y="2573789"/>
            <a:ext cx="548640" cy="119299"/>
          </a:xfrm>
          <a:prstGeom prst="rect">
            <a:avLst/>
          </a:prstGeom>
          <a:solidFill>
            <a:srgbClr val="F8F9FA"/>
          </a:solidFill>
          <a:ln w="6350">
            <a:solidFill>
              <a:srgbClr val="DDDDDD"/>
            </a:solidFill>
            <a:prstDash val="solid"/>
          </a:ln>
        </p:spPr>
      </p:sp>
      <p:sp>
        <p:nvSpPr>
          <p:cNvPr id="68" name="Text 60"/>
          <p:cNvSpPr txBox="1"/>
          <p:nvPr/>
        </p:nvSpPr>
        <p:spPr>
          <a:xfrm>
            <a:off x="244400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731520" cy="119299"/>
          </a:xfrm>
          <a:prstGeom prst="rect">
            <a:avLst/>
          </a:prstGeom>
          <a:solidFill>
            <a:srgbClr val="F8F9FA"/>
          </a:solidFill>
          <a:ln w="6350">
            <a:solidFill>
              <a:srgbClr val="DDDDDD"/>
            </a:solidFill>
            <a:prstDash val="solid"/>
          </a:ln>
        </p:spPr>
      </p:sp>
      <p:sp>
        <p:nvSpPr>
          <p:cNvPr id="70" name="Text 62"/>
          <p:cNvSpPr txBox="1"/>
          <p:nvPr/>
        </p:nvSpPr>
        <p:spPr>
          <a:xfrm>
            <a:off x="299264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587776" y="2693089"/>
            <a:ext cx="256032" cy="119299"/>
          </a:xfrm>
          <a:prstGeom prst="rect">
            <a:avLst/>
          </a:prstGeom>
          <a:solidFill>
            <a:srgbClr val="F8F9FA"/>
          </a:solidFill>
          <a:ln w="6350">
            <a:solidFill>
              <a:srgbClr val="DDDDDD"/>
            </a:solidFill>
            <a:prstDash val="solid"/>
          </a:ln>
        </p:spPr>
      </p:sp>
      <p:sp>
        <p:nvSpPr>
          <p:cNvPr id="72" name="Text 64"/>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3" name="Shape 65"/>
          <p:cNvSpPr/>
          <p:nvPr/>
        </p:nvSpPr>
        <p:spPr>
          <a:xfrm>
            <a:off x="843808" y="2693089"/>
            <a:ext cx="457200" cy="119299"/>
          </a:xfrm>
          <a:prstGeom prst="rect">
            <a:avLst/>
          </a:prstGeom>
          <a:solidFill>
            <a:srgbClr val="0F4C3A"/>
          </a:solidFill>
          <a:ln w="6350">
            <a:solidFill>
              <a:srgbClr val="E2E2E2"/>
            </a:solidFill>
            <a:prstDash val="solid"/>
          </a:ln>
        </p:spPr>
      </p:sp>
      <p:sp>
        <p:nvSpPr>
          <p:cNvPr id="74" name="Text 66"/>
          <p:cNvSpPr txBox="1"/>
          <p:nvPr/>
        </p:nvSpPr>
        <p:spPr>
          <a:xfrm>
            <a:off x="87124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5" name="Shape 67"/>
          <p:cNvSpPr/>
          <p:nvPr/>
        </p:nvSpPr>
        <p:spPr>
          <a:xfrm>
            <a:off x="1301008" y="2693089"/>
            <a:ext cx="594360" cy="119299"/>
          </a:xfrm>
          <a:prstGeom prst="rect">
            <a:avLst/>
          </a:prstGeom>
          <a:solidFill>
            <a:srgbClr val="0F4C3A"/>
          </a:solidFill>
          <a:ln w="6350">
            <a:solidFill>
              <a:srgbClr val="E2E2E2"/>
            </a:solidFill>
            <a:prstDash val="solid"/>
          </a:ln>
        </p:spPr>
      </p:sp>
      <p:sp>
        <p:nvSpPr>
          <p:cNvPr id="76" name="Text 68"/>
          <p:cNvSpPr txBox="1"/>
          <p:nvPr/>
        </p:nvSpPr>
        <p:spPr>
          <a:xfrm>
            <a:off x="1328440" y="2693089"/>
            <a:ext cx="5394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7" name="Shape 69"/>
          <p:cNvSpPr/>
          <p:nvPr/>
        </p:nvSpPr>
        <p:spPr>
          <a:xfrm>
            <a:off x="1895368" y="2693089"/>
            <a:ext cx="548640" cy="119299"/>
          </a:xfrm>
          <a:prstGeom prst="rect">
            <a:avLst/>
          </a:prstGeom>
          <a:solidFill>
            <a:srgbClr val="0F4C3A"/>
          </a:solidFill>
          <a:ln w="6350">
            <a:solidFill>
              <a:srgbClr val="E2E2E2"/>
            </a:solidFill>
            <a:prstDash val="solid"/>
          </a:ln>
        </p:spPr>
      </p:sp>
      <p:sp>
        <p:nvSpPr>
          <p:cNvPr id="78" name="Text 70"/>
          <p:cNvSpPr txBox="1"/>
          <p:nvPr/>
        </p:nvSpPr>
        <p:spPr>
          <a:xfrm>
            <a:off x="192280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Total</a:t>
            </a:r>
            <a:endParaRPr lang="en-US" sz="600" dirty="0"/>
          </a:p>
        </p:txBody>
      </p:sp>
      <p:sp>
        <p:nvSpPr>
          <p:cNvPr id="79" name="Shape 71"/>
          <p:cNvSpPr/>
          <p:nvPr/>
        </p:nvSpPr>
        <p:spPr>
          <a:xfrm>
            <a:off x="2444008" y="2693089"/>
            <a:ext cx="548640" cy="119299"/>
          </a:xfrm>
          <a:prstGeom prst="rect">
            <a:avLst/>
          </a:prstGeom>
          <a:solidFill>
            <a:srgbClr val="0F4C3A"/>
          </a:solidFill>
          <a:ln w="6350">
            <a:solidFill>
              <a:srgbClr val="E2E2E2"/>
            </a:solidFill>
            <a:prstDash val="solid"/>
          </a:ln>
        </p:spPr>
      </p:sp>
      <p:sp>
        <p:nvSpPr>
          <p:cNvPr id="80" name="Text 72"/>
          <p:cNvSpPr txBox="1"/>
          <p:nvPr/>
        </p:nvSpPr>
        <p:spPr>
          <a:xfrm>
            <a:off x="247144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Target</a:t>
            </a:r>
            <a:endParaRPr lang="en-US" sz="600" dirty="0"/>
          </a:p>
        </p:txBody>
      </p:sp>
      <p:sp>
        <p:nvSpPr>
          <p:cNvPr id="81" name="Shape 73"/>
          <p:cNvSpPr/>
          <p:nvPr/>
        </p:nvSpPr>
        <p:spPr>
          <a:xfrm>
            <a:off x="2992648" y="2693089"/>
            <a:ext cx="731520" cy="119299"/>
          </a:xfrm>
          <a:prstGeom prst="rect">
            <a:avLst/>
          </a:prstGeom>
          <a:solidFill>
            <a:srgbClr val="0F4C3A"/>
          </a:solidFill>
          <a:ln w="6350">
            <a:solidFill>
              <a:srgbClr val="E2E2E2"/>
            </a:solidFill>
            <a:prstDash val="solid"/>
          </a:ln>
        </p:spPr>
      </p:sp>
      <p:sp>
        <p:nvSpPr>
          <p:cNvPr id="82" name="Text 74"/>
          <p:cNvSpPr txBox="1"/>
          <p:nvPr/>
        </p:nvSpPr>
        <p:spPr>
          <a:xfrm>
            <a:off x="302008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Status</a:t>
            </a:r>
            <a:endParaRPr lang="en-US" sz="600" dirty="0"/>
          </a:p>
        </p:txBody>
      </p:sp>
      <p:sp>
        <p:nvSpPr>
          <p:cNvPr id="83" name="Shape 75"/>
          <p:cNvSpPr/>
          <p:nvPr/>
        </p:nvSpPr>
        <p:spPr>
          <a:xfrm>
            <a:off x="587776" y="2812388"/>
            <a:ext cx="256032" cy="119299"/>
          </a:xfrm>
          <a:prstGeom prst="rect">
            <a:avLst/>
          </a:prstGeom>
          <a:solidFill>
            <a:srgbClr val="F8F9FA"/>
          </a:solidFill>
          <a:ln w="6350">
            <a:solidFill>
              <a:srgbClr val="DDDDDD"/>
            </a:solidFill>
            <a:prstDash val="solid"/>
          </a:ln>
        </p:spPr>
      </p:sp>
      <p:sp>
        <p:nvSpPr>
          <p:cNvPr id="84" name="Text 76"/>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5" name="Shape 77"/>
          <p:cNvSpPr/>
          <p:nvPr/>
        </p:nvSpPr>
        <p:spPr>
          <a:xfrm>
            <a:off x="843808" y="2812388"/>
            <a:ext cx="457200" cy="119299"/>
          </a:xfrm>
          <a:prstGeom prst="rect">
            <a:avLst/>
          </a:prstGeom>
          <a:solidFill>
            <a:srgbClr val="FFFFFF"/>
          </a:solidFill>
          <a:ln w="6350">
            <a:solidFill>
              <a:srgbClr val="E2E2E2"/>
            </a:solidFill>
            <a:prstDash val="solid"/>
          </a:ln>
        </p:spPr>
      </p:sp>
      <p:sp>
        <p:nvSpPr>
          <p:cNvPr id="86" name="Text 78"/>
          <p:cNvSpPr txBox="1"/>
          <p:nvPr/>
        </p:nvSpPr>
        <p:spPr>
          <a:xfrm>
            <a:off x="87124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87" name="Shape 79"/>
          <p:cNvSpPr/>
          <p:nvPr/>
        </p:nvSpPr>
        <p:spPr>
          <a:xfrm>
            <a:off x="1301008" y="2812388"/>
            <a:ext cx="594360" cy="119299"/>
          </a:xfrm>
          <a:prstGeom prst="rect">
            <a:avLst/>
          </a:prstGeom>
          <a:solidFill>
            <a:srgbClr val="FFFFFF"/>
          </a:solidFill>
          <a:ln w="6350">
            <a:solidFill>
              <a:srgbClr val="E2E2E2"/>
            </a:solidFill>
            <a:prstDash val="solid"/>
          </a:ln>
        </p:spPr>
      </p:sp>
      <p:sp>
        <p:nvSpPr>
          <p:cNvPr id="88" name="Text 80"/>
          <p:cNvSpPr txBox="1"/>
          <p:nvPr/>
        </p:nvSpPr>
        <p:spPr>
          <a:xfrm>
            <a:off x="1328440" y="28123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89" name="Shape 81"/>
          <p:cNvSpPr/>
          <p:nvPr/>
        </p:nvSpPr>
        <p:spPr>
          <a:xfrm>
            <a:off x="1895368" y="2812388"/>
            <a:ext cx="548640" cy="119299"/>
          </a:xfrm>
          <a:prstGeom prst="rect">
            <a:avLst/>
          </a:prstGeom>
          <a:solidFill>
            <a:srgbClr val="FFFFFF"/>
          </a:solidFill>
          <a:ln w="6350">
            <a:solidFill>
              <a:srgbClr val="E2E2E2"/>
            </a:solidFill>
            <a:prstDash val="solid"/>
          </a:ln>
        </p:spPr>
      </p:sp>
      <p:sp>
        <p:nvSpPr>
          <p:cNvPr id="90" name="Text 82"/>
          <p:cNvSpPr txBox="1"/>
          <p:nvPr/>
        </p:nvSpPr>
        <p:spPr>
          <a:xfrm>
            <a:off x="192280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38</a:t>
            </a:r>
            <a:endParaRPr lang="en-US" sz="600" dirty="0"/>
          </a:p>
        </p:txBody>
      </p:sp>
      <p:sp>
        <p:nvSpPr>
          <p:cNvPr id="91" name="Shape 83"/>
          <p:cNvSpPr/>
          <p:nvPr/>
        </p:nvSpPr>
        <p:spPr>
          <a:xfrm>
            <a:off x="2444008" y="2812388"/>
            <a:ext cx="548640" cy="119299"/>
          </a:xfrm>
          <a:prstGeom prst="rect">
            <a:avLst/>
          </a:prstGeom>
          <a:solidFill>
            <a:srgbClr val="FFFFFF"/>
          </a:solidFill>
          <a:ln w="6350">
            <a:solidFill>
              <a:srgbClr val="E2E2E2"/>
            </a:solidFill>
            <a:prstDash val="solid"/>
          </a:ln>
        </p:spPr>
      </p:sp>
      <p:sp>
        <p:nvSpPr>
          <p:cNvPr id="92" name="Text 84"/>
          <p:cNvSpPr txBox="1"/>
          <p:nvPr/>
        </p:nvSpPr>
        <p:spPr>
          <a:xfrm>
            <a:off x="247144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100</a:t>
            </a:r>
            <a:endParaRPr lang="en-US" sz="600" dirty="0"/>
          </a:p>
        </p:txBody>
      </p:sp>
      <p:sp>
        <p:nvSpPr>
          <p:cNvPr id="93" name="Shape 85"/>
          <p:cNvSpPr/>
          <p:nvPr/>
        </p:nvSpPr>
        <p:spPr>
          <a:xfrm>
            <a:off x="2992648" y="2812388"/>
            <a:ext cx="731520" cy="119299"/>
          </a:xfrm>
          <a:prstGeom prst="rect">
            <a:avLst/>
          </a:prstGeom>
          <a:solidFill>
            <a:srgbClr val="FFFFFF"/>
          </a:solidFill>
          <a:ln w="6350">
            <a:solidFill>
              <a:srgbClr val="E2E2E2"/>
            </a:solidFill>
            <a:prstDash val="solid"/>
          </a:ln>
        </p:spPr>
      </p:sp>
      <p:sp>
        <p:nvSpPr>
          <p:cNvPr id="94" name="Text 86"/>
          <p:cNvSpPr txBox="1"/>
          <p:nvPr/>
        </p:nvSpPr>
        <p:spPr>
          <a:xfrm>
            <a:off x="3020080" y="28123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Semangat</a:t>
            </a:r>
            <a:endParaRPr lang="en-US" sz="600" dirty="0"/>
          </a:p>
        </p:txBody>
      </p:sp>
      <p:sp>
        <p:nvSpPr>
          <p:cNvPr id="95" name="Shape 87"/>
          <p:cNvSpPr/>
          <p:nvPr/>
        </p:nvSpPr>
        <p:spPr>
          <a:xfrm>
            <a:off x="587776" y="2931688"/>
            <a:ext cx="256032" cy="119299"/>
          </a:xfrm>
          <a:prstGeom prst="rect">
            <a:avLst/>
          </a:prstGeom>
          <a:solidFill>
            <a:srgbClr val="F8F9FA"/>
          </a:solidFill>
          <a:ln w="6350">
            <a:solidFill>
              <a:srgbClr val="DDDDDD"/>
            </a:solidFill>
            <a:prstDash val="solid"/>
          </a:ln>
        </p:spPr>
      </p:sp>
      <p:sp>
        <p:nvSpPr>
          <p:cNvPr id="96" name="Text 8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7" name="Shape 89"/>
          <p:cNvSpPr/>
          <p:nvPr/>
        </p:nvSpPr>
        <p:spPr>
          <a:xfrm>
            <a:off x="843808" y="2931688"/>
            <a:ext cx="457200" cy="119299"/>
          </a:xfrm>
          <a:prstGeom prst="rect">
            <a:avLst/>
          </a:prstGeom>
          <a:solidFill>
            <a:srgbClr val="FFFFFF"/>
          </a:solidFill>
          <a:ln w="6350">
            <a:solidFill>
              <a:srgbClr val="E2E2E2"/>
            </a:solidFill>
            <a:prstDash val="solid"/>
          </a:ln>
        </p:spPr>
      </p:sp>
      <p:sp>
        <p:nvSpPr>
          <p:cNvPr id="98" name="Text 90"/>
          <p:cNvSpPr txBox="1"/>
          <p:nvPr/>
        </p:nvSpPr>
        <p:spPr>
          <a:xfrm>
            <a:off x="871240" y="29316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99" name="Shape 91"/>
          <p:cNvSpPr/>
          <p:nvPr/>
        </p:nvSpPr>
        <p:spPr>
          <a:xfrm>
            <a:off x="1301008" y="2931688"/>
            <a:ext cx="594360" cy="119299"/>
          </a:xfrm>
          <a:prstGeom prst="rect">
            <a:avLst/>
          </a:prstGeom>
          <a:solidFill>
            <a:srgbClr val="FFFFFF"/>
          </a:solidFill>
          <a:ln w="6350">
            <a:solidFill>
              <a:srgbClr val="E2E2E2"/>
            </a:solidFill>
            <a:prstDash val="solid"/>
          </a:ln>
        </p:spPr>
      </p:sp>
      <p:sp>
        <p:nvSpPr>
          <p:cNvPr id="100" name="Text 92"/>
          <p:cNvSpPr txBox="1"/>
          <p:nvPr/>
        </p:nvSpPr>
        <p:spPr>
          <a:xfrm>
            <a:off x="1328440" y="29316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1" name="Shape 93"/>
          <p:cNvSpPr/>
          <p:nvPr/>
        </p:nvSpPr>
        <p:spPr>
          <a:xfrm>
            <a:off x="1895368" y="2931688"/>
            <a:ext cx="548640" cy="119299"/>
          </a:xfrm>
          <a:prstGeom prst="rect">
            <a:avLst/>
          </a:prstGeom>
          <a:solidFill>
            <a:srgbClr val="FFFFFF"/>
          </a:solidFill>
          <a:ln w="6350">
            <a:solidFill>
              <a:srgbClr val="E2E2E2"/>
            </a:solidFill>
            <a:prstDash val="solid"/>
          </a:ln>
        </p:spPr>
      </p:sp>
      <p:sp>
        <p:nvSpPr>
          <p:cNvPr id="102" name="Text 94"/>
          <p:cNvSpPr txBox="1"/>
          <p:nvPr/>
        </p:nvSpPr>
        <p:spPr>
          <a:xfrm>
            <a:off x="192280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10</a:t>
            </a:r>
            <a:endParaRPr lang="en-US" sz="600" dirty="0"/>
          </a:p>
        </p:txBody>
      </p:sp>
      <p:sp>
        <p:nvSpPr>
          <p:cNvPr id="103" name="Shape 95"/>
          <p:cNvSpPr/>
          <p:nvPr/>
        </p:nvSpPr>
        <p:spPr>
          <a:xfrm>
            <a:off x="2444008" y="2931688"/>
            <a:ext cx="548640" cy="119299"/>
          </a:xfrm>
          <a:prstGeom prst="rect">
            <a:avLst/>
          </a:prstGeom>
          <a:solidFill>
            <a:srgbClr val="FFFFFF"/>
          </a:solidFill>
          <a:ln w="6350">
            <a:solidFill>
              <a:srgbClr val="E2E2E2"/>
            </a:solidFill>
            <a:prstDash val="solid"/>
          </a:ln>
        </p:spPr>
      </p:sp>
      <p:sp>
        <p:nvSpPr>
          <p:cNvPr id="104" name="Text 96"/>
          <p:cNvSpPr txBox="1"/>
          <p:nvPr/>
        </p:nvSpPr>
        <p:spPr>
          <a:xfrm>
            <a:off x="247144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100</a:t>
            </a:r>
            <a:endParaRPr lang="en-US" sz="600" dirty="0"/>
          </a:p>
        </p:txBody>
      </p:sp>
      <p:sp>
        <p:nvSpPr>
          <p:cNvPr id="105" name="Shape 97"/>
          <p:cNvSpPr/>
          <p:nvPr/>
        </p:nvSpPr>
        <p:spPr>
          <a:xfrm>
            <a:off x="2992648" y="2931688"/>
            <a:ext cx="731520" cy="119299"/>
          </a:xfrm>
          <a:prstGeom prst="rect">
            <a:avLst/>
          </a:prstGeom>
          <a:solidFill>
            <a:srgbClr val="FFFFFF"/>
          </a:solidFill>
          <a:ln w="6350">
            <a:solidFill>
              <a:srgbClr val="E2E2E2"/>
            </a:solidFill>
            <a:prstDash val="solid"/>
          </a:ln>
        </p:spPr>
      </p:sp>
      <p:sp>
        <p:nvSpPr>
          <p:cNvPr id="106" name="Text 98"/>
          <p:cNvSpPr txBox="1"/>
          <p:nvPr/>
        </p:nvSpPr>
        <p:spPr>
          <a:xfrm>
            <a:off x="3020080" y="29316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Semangat</a:t>
            </a:r>
            <a:endParaRPr lang="en-US" sz="600" dirty="0"/>
          </a:p>
        </p:txBody>
      </p:sp>
      <p:sp>
        <p:nvSpPr>
          <p:cNvPr id="107" name="Shape 99"/>
          <p:cNvSpPr/>
          <p:nvPr/>
        </p:nvSpPr>
        <p:spPr>
          <a:xfrm>
            <a:off x="587776" y="3050987"/>
            <a:ext cx="256032" cy="119299"/>
          </a:xfrm>
          <a:prstGeom prst="rect">
            <a:avLst/>
          </a:prstGeom>
          <a:solidFill>
            <a:srgbClr val="F8F9FA"/>
          </a:solidFill>
          <a:ln w="6350">
            <a:solidFill>
              <a:srgbClr val="DDDDDD"/>
            </a:solidFill>
            <a:prstDash val="solid"/>
          </a:ln>
        </p:spPr>
      </p:sp>
      <p:sp>
        <p:nvSpPr>
          <p:cNvPr id="108" name="Text 10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9" name="Shape 101"/>
          <p:cNvSpPr/>
          <p:nvPr/>
        </p:nvSpPr>
        <p:spPr>
          <a:xfrm>
            <a:off x="843808" y="3050987"/>
            <a:ext cx="457200" cy="119299"/>
          </a:xfrm>
          <a:prstGeom prst="rect">
            <a:avLst/>
          </a:prstGeom>
          <a:solidFill>
            <a:srgbClr val="FFFFFF"/>
          </a:solidFill>
          <a:ln w="6350">
            <a:solidFill>
              <a:srgbClr val="E2E2E2"/>
            </a:solidFill>
            <a:prstDash val="solid"/>
          </a:ln>
        </p:spPr>
      </p:sp>
      <p:sp>
        <p:nvSpPr>
          <p:cNvPr id="110" name="Text 102"/>
          <p:cNvSpPr txBox="1"/>
          <p:nvPr/>
        </p:nvSpPr>
        <p:spPr>
          <a:xfrm>
            <a:off x="871240" y="30509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1" name="Shape 103"/>
          <p:cNvSpPr/>
          <p:nvPr/>
        </p:nvSpPr>
        <p:spPr>
          <a:xfrm>
            <a:off x="1301008" y="3050987"/>
            <a:ext cx="594360" cy="119299"/>
          </a:xfrm>
          <a:prstGeom prst="rect">
            <a:avLst/>
          </a:prstGeom>
          <a:solidFill>
            <a:srgbClr val="FFFFFF"/>
          </a:solidFill>
          <a:ln w="6350">
            <a:solidFill>
              <a:srgbClr val="E2E2E2"/>
            </a:solidFill>
            <a:prstDash val="solid"/>
          </a:ln>
        </p:spPr>
      </p:sp>
      <p:sp>
        <p:nvSpPr>
          <p:cNvPr id="112" name="Text 104"/>
          <p:cNvSpPr txBox="1"/>
          <p:nvPr/>
        </p:nvSpPr>
        <p:spPr>
          <a:xfrm>
            <a:off x="1328440" y="30509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13" name="Shape 105"/>
          <p:cNvSpPr/>
          <p:nvPr/>
        </p:nvSpPr>
        <p:spPr>
          <a:xfrm>
            <a:off x="1895368" y="3050987"/>
            <a:ext cx="548640" cy="119299"/>
          </a:xfrm>
          <a:prstGeom prst="rect">
            <a:avLst/>
          </a:prstGeom>
          <a:solidFill>
            <a:srgbClr val="FFFFFF"/>
          </a:solidFill>
          <a:ln w="6350">
            <a:solidFill>
              <a:srgbClr val="E2E2E2"/>
            </a:solidFill>
            <a:prstDash val="solid"/>
          </a:ln>
        </p:spPr>
      </p:sp>
      <p:sp>
        <p:nvSpPr>
          <p:cNvPr id="114" name="Text 106"/>
          <p:cNvSpPr txBox="1"/>
          <p:nvPr/>
        </p:nvSpPr>
        <p:spPr>
          <a:xfrm>
            <a:off x="192280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15" name="Shape 107"/>
          <p:cNvSpPr/>
          <p:nvPr/>
        </p:nvSpPr>
        <p:spPr>
          <a:xfrm>
            <a:off x="2444008" y="3050987"/>
            <a:ext cx="548640" cy="119299"/>
          </a:xfrm>
          <a:prstGeom prst="rect">
            <a:avLst/>
          </a:prstGeom>
          <a:solidFill>
            <a:srgbClr val="FFFFFF"/>
          </a:solidFill>
          <a:ln w="6350">
            <a:solidFill>
              <a:srgbClr val="E2E2E2"/>
            </a:solidFill>
            <a:prstDash val="solid"/>
          </a:ln>
        </p:spPr>
      </p:sp>
      <p:sp>
        <p:nvSpPr>
          <p:cNvPr id="116" name="Text 108"/>
          <p:cNvSpPr txBox="1"/>
          <p:nvPr/>
        </p:nvSpPr>
        <p:spPr>
          <a:xfrm>
            <a:off x="247144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17" name="Shape 109"/>
          <p:cNvSpPr/>
          <p:nvPr/>
        </p:nvSpPr>
        <p:spPr>
          <a:xfrm>
            <a:off x="2992648" y="3050987"/>
            <a:ext cx="731520" cy="119299"/>
          </a:xfrm>
          <a:prstGeom prst="rect">
            <a:avLst/>
          </a:prstGeom>
          <a:solidFill>
            <a:srgbClr val="FFFFFF"/>
          </a:solidFill>
          <a:ln w="6350">
            <a:solidFill>
              <a:srgbClr val="E2E2E2"/>
            </a:solidFill>
            <a:prstDash val="solid"/>
          </a:ln>
        </p:spPr>
      </p:sp>
      <p:sp>
        <p:nvSpPr>
          <p:cNvPr id="118" name="Text 110"/>
          <p:cNvSpPr txBox="1"/>
          <p:nvPr/>
        </p:nvSpPr>
        <p:spPr>
          <a:xfrm>
            <a:off x="3020080" y="30509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19" name="Shape 111"/>
          <p:cNvSpPr/>
          <p:nvPr/>
        </p:nvSpPr>
        <p:spPr>
          <a:xfrm>
            <a:off x="587776" y="3170287"/>
            <a:ext cx="256032" cy="119299"/>
          </a:xfrm>
          <a:prstGeom prst="rect">
            <a:avLst/>
          </a:prstGeom>
          <a:solidFill>
            <a:srgbClr val="F8F9FA"/>
          </a:solidFill>
          <a:ln w="6350">
            <a:solidFill>
              <a:srgbClr val="DDDDDD"/>
            </a:solidFill>
            <a:prstDash val="solid"/>
          </a:ln>
        </p:spPr>
      </p:sp>
      <p:sp>
        <p:nvSpPr>
          <p:cNvPr id="120" name="Text 11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21" name="Shape 113"/>
          <p:cNvSpPr/>
          <p:nvPr/>
        </p:nvSpPr>
        <p:spPr>
          <a:xfrm>
            <a:off x="843808" y="3170287"/>
            <a:ext cx="457200" cy="119299"/>
          </a:xfrm>
          <a:prstGeom prst="rect">
            <a:avLst/>
          </a:prstGeom>
          <a:solidFill>
            <a:srgbClr val="FFFFFF"/>
          </a:solidFill>
          <a:ln w="6350">
            <a:solidFill>
              <a:srgbClr val="E2E2E2"/>
            </a:solidFill>
            <a:prstDash val="solid"/>
          </a:ln>
        </p:spPr>
      </p:sp>
      <p:sp>
        <p:nvSpPr>
          <p:cNvPr id="122" name="Shape 114"/>
          <p:cNvSpPr/>
          <p:nvPr/>
        </p:nvSpPr>
        <p:spPr>
          <a:xfrm>
            <a:off x="1301008" y="3170287"/>
            <a:ext cx="594360" cy="119299"/>
          </a:xfrm>
          <a:prstGeom prst="rect">
            <a:avLst/>
          </a:prstGeom>
          <a:solidFill>
            <a:srgbClr val="FFFFFF"/>
          </a:solidFill>
          <a:ln w="6350">
            <a:solidFill>
              <a:srgbClr val="E2E2E2"/>
            </a:solidFill>
            <a:prstDash val="solid"/>
          </a:ln>
        </p:spPr>
      </p:sp>
      <p:sp>
        <p:nvSpPr>
          <p:cNvPr id="123" name="Shape 115"/>
          <p:cNvSpPr/>
          <p:nvPr/>
        </p:nvSpPr>
        <p:spPr>
          <a:xfrm>
            <a:off x="1895368" y="3170287"/>
            <a:ext cx="548640" cy="119299"/>
          </a:xfrm>
          <a:prstGeom prst="rect">
            <a:avLst/>
          </a:prstGeom>
          <a:solidFill>
            <a:srgbClr val="FFFFFF"/>
          </a:solidFill>
          <a:ln w="6350">
            <a:solidFill>
              <a:srgbClr val="E2E2E2"/>
            </a:solidFill>
            <a:prstDash val="solid"/>
          </a:ln>
        </p:spPr>
      </p:sp>
      <p:sp>
        <p:nvSpPr>
          <p:cNvPr id="124" name="Shape 116"/>
          <p:cNvSpPr/>
          <p:nvPr/>
        </p:nvSpPr>
        <p:spPr>
          <a:xfrm>
            <a:off x="2444008" y="3170287"/>
            <a:ext cx="548640" cy="119299"/>
          </a:xfrm>
          <a:prstGeom prst="rect">
            <a:avLst/>
          </a:prstGeom>
          <a:solidFill>
            <a:srgbClr val="FFFFFF"/>
          </a:solidFill>
          <a:ln w="6350">
            <a:solidFill>
              <a:srgbClr val="E2E2E2"/>
            </a:solidFill>
            <a:prstDash val="solid"/>
          </a:ln>
        </p:spPr>
      </p:sp>
      <p:sp>
        <p:nvSpPr>
          <p:cNvPr id="125" name="Shape 117"/>
          <p:cNvSpPr/>
          <p:nvPr/>
        </p:nvSpPr>
        <p:spPr>
          <a:xfrm>
            <a:off x="2992648" y="3170287"/>
            <a:ext cx="731520" cy="119299"/>
          </a:xfrm>
          <a:prstGeom prst="rect">
            <a:avLst/>
          </a:prstGeom>
          <a:solidFill>
            <a:srgbClr val="FFFFFF"/>
          </a:solidFill>
          <a:ln w="6350">
            <a:solidFill>
              <a:srgbClr val="E2E2E2"/>
            </a:solidFill>
            <a:prstDash val="solid"/>
          </a:ln>
        </p:spPr>
      </p:sp>
      <p:sp>
        <p:nvSpPr>
          <p:cNvPr id="126" name="Shape 118"/>
          <p:cNvSpPr/>
          <p:nvPr/>
        </p:nvSpPr>
        <p:spPr>
          <a:xfrm>
            <a:off x="587776" y="3289586"/>
            <a:ext cx="256032" cy="119299"/>
          </a:xfrm>
          <a:prstGeom prst="rect">
            <a:avLst/>
          </a:prstGeom>
          <a:solidFill>
            <a:srgbClr val="F8F9FA"/>
          </a:solidFill>
          <a:ln w="6350">
            <a:solidFill>
              <a:srgbClr val="DDDDDD"/>
            </a:solidFill>
            <a:prstDash val="solid"/>
          </a:ln>
        </p:spPr>
      </p:sp>
      <p:sp>
        <p:nvSpPr>
          <p:cNvPr id="127" name="Text 119"/>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28" name="Shape 120"/>
          <p:cNvSpPr/>
          <p:nvPr/>
        </p:nvSpPr>
        <p:spPr>
          <a:xfrm>
            <a:off x="843808" y="3289586"/>
            <a:ext cx="457200" cy="119299"/>
          </a:xfrm>
          <a:prstGeom prst="rect">
            <a:avLst/>
          </a:prstGeom>
          <a:solidFill>
            <a:srgbClr val="FFFFFF"/>
          </a:solidFill>
          <a:ln w="6350">
            <a:solidFill>
              <a:srgbClr val="E2E2E2"/>
            </a:solidFill>
            <a:prstDash val="solid"/>
          </a:ln>
        </p:spPr>
      </p:sp>
      <p:sp>
        <p:nvSpPr>
          <p:cNvPr id="129" name="Shape 121"/>
          <p:cNvSpPr/>
          <p:nvPr/>
        </p:nvSpPr>
        <p:spPr>
          <a:xfrm>
            <a:off x="1301008" y="3289586"/>
            <a:ext cx="594360" cy="119299"/>
          </a:xfrm>
          <a:prstGeom prst="rect">
            <a:avLst/>
          </a:prstGeom>
          <a:solidFill>
            <a:srgbClr val="FFFFFF"/>
          </a:solidFill>
          <a:ln w="6350">
            <a:solidFill>
              <a:srgbClr val="E2E2E2"/>
            </a:solidFill>
            <a:prstDash val="solid"/>
          </a:ln>
        </p:spPr>
      </p:sp>
      <p:sp>
        <p:nvSpPr>
          <p:cNvPr id="130" name="Shape 122"/>
          <p:cNvSpPr/>
          <p:nvPr/>
        </p:nvSpPr>
        <p:spPr>
          <a:xfrm>
            <a:off x="1895368" y="3289586"/>
            <a:ext cx="548640" cy="119299"/>
          </a:xfrm>
          <a:prstGeom prst="rect">
            <a:avLst/>
          </a:prstGeom>
          <a:solidFill>
            <a:srgbClr val="FFFFFF"/>
          </a:solidFill>
          <a:ln w="6350">
            <a:solidFill>
              <a:srgbClr val="E2E2E2"/>
            </a:solidFill>
            <a:prstDash val="solid"/>
          </a:ln>
        </p:spPr>
      </p:sp>
      <p:sp>
        <p:nvSpPr>
          <p:cNvPr id="131" name="Shape 123"/>
          <p:cNvSpPr/>
          <p:nvPr/>
        </p:nvSpPr>
        <p:spPr>
          <a:xfrm>
            <a:off x="2444008" y="3289586"/>
            <a:ext cx="548640" cy="119299"/>
          </a:xfrm>
          <a:prstGeom prst="rect">
            <a:avLst/>
          </a:prstGeom>
          <a:solidFill>
            <a:srgbClr val="FFFFFF"/>
          </a:solidFill>
          <a:ln w="6350">
            <a:solidFill>
              <a:srgbClr val="E2E2E2"/>
            </a:solidFill>
            <a:prstDash val="solid"/>
          </a:ln>
        </p:spPr>
      </p:sp>
      <p:sp>
        <p:nvSpPr>
          <p:cNvPr id="132" name="Shape 124"/>
          <p:cNvSpPr/>
          <p:nvPr/>
        </p:nvSpPr>
        <p:spPr>
          <a:xfrm>
            <a:off x="2992648" y="3289586"/>
            <a:ext cx="731520" cy="119299"/>
          </a:xfrm>
          <a:prstGeom prst="rect">
            <a:avLst/>
          </a:prstGeom>
          <a:solidFill>
            <a:srgbClr val="FFFFFF"/>
          </a:solidFill>
          <a:ln w="6350">
            <a:solidFill>
              <a:srgbClr val="E2E2E2"/>
            </a:solidFill>
            <a:prstDash val="solid"/>
          </a:ln>
        </p:spPr>
      </p:sp>
      <p:sp>
        <p:nvSpPr>
          <p:cNvPr id="133" name="Shape 125"/>
          <p:cNvSpPr/>
          <p:nvPr/>
        </p:nvSpPr>
        <p:spPr>
          <a:xfrm>
            <a:off x="587776" y="3408885"/>
            <a:ext cx="256032" cy="119299"/>
          </a:xfrm>
          <a:prstGeom prst="rect">
            <a:avLst/>
          </a:prstGeom>
          <a:solidFill>
            <a:srgbClr val="F8F9FA"/>
          </a:solidFill>
          <a:ln w="6350">
            <a:solidFill>
              <a:srgbClr val="DDDDDD"/>
            </a:solidFill>
            <a:prstDash val="solid"/>
          </a:ln>
        </p:spPr>
      </p:sp>
      <p:sp>
        <p:nvSpPr>
          <p:cNvPr id="134" name="Text 126"/>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35" name="Shape 127"/>
          <p:cNvSpPr/>
          <p:nvPr/>
        </p:nvSpPr>
        <p:spPr>
          <a:xfrm>
            <a:off x="843808" y="3408885"/>
            <a:ext cx="457200" cy="119299"/>
          </a:xfrm>
          <a:prstGeom prst="rect">
            <a:avLst/>
          </a:prstGeom>
          <a:solidFill>
            <a:srgbClr val="FFFFFF"/>
          </a:solidFill>
          <a:ln w="6350">
            <a:solidFill>
              <a:srgbClr val="E2E2E2"/>
            </a:solidFill>
            <a:prstDash val="solid"/>
          </a:ln>
        </p:spPr>
      </p:sp>
      <p:sp>
        <p:nvSpPr>
          <p:cNvPr id="136" name="Shape 128"/>
          <p:cNvSpPr/>
          <p:nvPr/>
        </p:nvSpPr>
        <p:spPr>
          <a:xfrm>
            <a:off x="1301008" y="3408885"/>
            <a:ext cx="594360" cy="119299"/>
          </a:xfrm>
          <a:prstGeom prst="rect">
            <a:avLst/>
          </a:prstGeom>
          <a:solidFill>
            <a:srgbClr val="FFFFFF"/>
          </a:solidFill>
          <a:ln w="6350">
            <a:solidFill>
              <a:srgbClr val="E2E2E2"/>
            </a:solidFill>
            <a:prstDash val="solid"/>
          </a:ln>
        </p:spPr>
      </p:sp>
      <p:sp>
        <p:nvSpPr>
          <p:cNvPr id="137" name="Shape 129"/>
          <p:cNvSpPr/>
          <p:nvPr/>
        </p:nvSpPr>
        <p:spPr>
          <a:xfrm>
            <a:off x="1895368" y="3408885"/>
            <a:ext cx="548640" cy="119299"/>
          </a:xfrm>
          <a:prstGeom prst="rect">
            <a:avLst/>
          </a:prstGeom>
          <a:solidFill>
            <a:srgbClr val="FFFFFF"/>
          </a:solidFill>
          <a:ln w="6350">
            <a:solidFill>
              <a:srgbClr val="E2E2E2"/>
            </a:solidFill>
            <a:prstDash val="solid"/>
          </a:ln>
        </p:spPr>
      </p:sp>
      <p:sp>
        <p:nvSpPr>
          <p:cNvPr id="138" name="Shape 130"/>
          <p:cNvSpPr/>
          <p:nvPr/>
        </p:nvSpPr>
        <p:spPr>
          <a:xfrm>
            <a:off x="2444008" y="3408885"/>
            <a:ext cx="548640" cy="119299"/>
          </a:xfrm>
          <a:prstGeom prst="rect">
            <a:avLst/>
          </a:prstGeom>
          <a:solidFill>
            <a:srgbClr val="FFFFFF"/>
          </a:solidFill>
          <a:ln w="6350">
            <a:solidFill>
              <a:srgbClr val="E2E2E2"/>
            </a:solidFill>
            <a:prstDash val="solid"/>
          </a:ln>
        </p:spPr>
      </p:sp>
      <p:sp>
        <p:nvSpPr>
          <p:cNvPr id="139" name="Shape 131"/>
          <p:cNvSpPr/>
          <p:nvPr/>
        </p:nvSpPr>
        <p:spPr>
          <a:xfrm>
            <a:off x="2992648" y="3408885"/>
            <a:ext cx="731520" cy="119299"/>
          </a:xfrm>
          <a:prstGeom prst="rect">
            <a:avLst/>
          </a:prstGeom>
          <a:solidFill>
            <a:srgbClr val="FFFFFF"/>
          </a:solidFill>
          <a:ln w="6350">
            <a:solidFill>
              <a:srgbClr val="E2E2E2"/>
            </a:solidFill>
            <a:prstDash val="solid"/>
          </a:ln>
        </p:spPr>
      </p:sp>
      <p:sp>
        <p:nvSpPr>
          <p:cNvPr id="140" name="Shape 132"/>
          <p:cNvSpPr/>
          <p:nvPr/>
        </p:nvSpPr>
        <p:spPr>
          <a:xfrm>
            <a:off x="587776" y="3528185"/>
            <a:ext cx="256032" cy="119299"/>
          </a:xfrm>
          <a:prstGeom prst="rect">
            <a:avLst/>
          </a:prstGeom>
          <a:solidFill>
            <a:srgbClr val="F8F9FA"/>
          </a:solidFill>
          <a:ln w="6350">
            <a:solidFill>
              <a:srgbClr val="DDDDDD"/>
            </a:solidFill>
            <a:prstDash val="solid"/>
          </a:ln>
        </p:spPr>
      </p:sp>
      <p:sp>
        <p:nvSpPr>
          <p:cNvPr id="141" name="Text 133"/>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42" name="Shape 134"/>
          <p:cNvSpPr/>
          <p:nvPr/>
        </p:nvSpPr>
        <p:spPr>
          <a:xfrm>
            <a:off x="843808" y="3528185"/>
            <a:ext cx="457200" cy="119299"/>
          </a:xfrm>
          <a:prstGeom prst="rect">
            <a:avLst/>
          </a:prstGeom>
          <a:solidFill>
            <a:srgbClr val="FFFFFF"/>
          </a:solidFill>
          <a:ln w="6350">
            <a:solidFill>
              <a:srgbClr val="E2E2E2"/>
            </a:solidFill>
            <a:prstDash val="solid"/>
          </a:ln>
        </p:spPr>
      </p:sp>
      <p:sp>
        <p:nvSpPr>
          <p:cNvPr id="143" name="Shape 135"/>
          <p:cNvSpPr/>
          <p:nvPr/>
        </p:nvSpPr>
        <p:spPr>
          <a:xfrm>
            <a:off x="1301008" y="3528185"/>
            <a:ext cx="594360" cy="119299"/>
          </a:xfrm>
          <a:prstGeom prst="rect">
            <a:avLst/>
          </a:prstGeom>
          <a:solidFill>
            <a:srgbClr val="FFFFFF"/>
          </a:solidFill>
          <a:ln w="6350">
            <a:solidFill>
              <a:srgbClr val="E2E2E2"/>
            </a:solidFill>
            <a:prstDash val="solid"/>
          </a:ln>
        </p:spPr>
      </p:sp>
      <p:sp>
        <p:nvSpPr>
          <p:cNvPr id="144" name="Shape 136"/>
          <p:cNvSpPr/>
          <p:nvPr/>
        </p:nvSpPr>
        <p:spPr>
          <a:xfrm>
            <a:off x="1895368" y="3528185"/>
            <a:ext cx="548640" cy="119299"/>
          </a:xfrm>
          <a:prstGeom prst="rect">
            <a:avLst/>
          </a:prstGeom>
          <a:solidFill>
            <a:srgbClr val="FFFFFF"/>
          </a:solidFill>
          <a:ln w="6350">
            <a:solidFill>
              <a:srgbClr val="E2E2E2"/>
            </a:solidFill>
            <a:prstDash val="solid"/>
          </a:ln>
        </p:spPr>
      </p:sp>
      <p:sp>
        <p:nvSpPr>
          <p:cNvPr id="145" name="Shape 137"/>
          <p:cNvSpPr/>
          <p:nvPr/>
        </p:nvSpPr>
        <p:spPr>
          <a:xfrm>
            <a:off x="2444008" y="3528185"/>
            <a:ext cx="548640" cy="119299"/>
          </a:xfrm>
          <a:prstGeom prst="rect">
            <a:avLst/>
          </a:prstGeom>
          <a:solidFill>
            <a:srgbClr val="FFFFFF"/>
          </a:solidFill>
          <a:ln w="6350">
            <a:solidFill>
              <a:srgbClr val="E2E2E2"/>
            </a:solidFill>
            <a:prstDash val="solid"/>
          </a:ln>
        </p:spPr>
      </p:sp>
      <p:sp>
        <p:nvSpPr>
          <p:cNvPr id="146" name="Shape 138"/>
          <p:cNvSpPr/>
          <p:nvPr/>
        </p:nvSpPr>
        <p:spPr>
          <a:xfrm>
            <a:off x="2992648" y="3528185"/>
            <a:ext cx="731520" cy="119299"/>
          </a:xfrm>
          <a:prstGeom prst="rect">
            <a:avLst/>
          </a:prstGeom>
          <a:solidFill>
            <a:srgbClr val="FFFFFF"/>
          </a:solidFill>
          <a:ln w="6350">
            <a:solidFill>
              <a:srgbClr val="E2E2E2"/>
            </a:solidFill>
            <a:prstDash val="solid"/>
          </a:ln>
        </p:spPr>
      </p:sp>
      <p:sp>
        <p:nvSpPr>
          <p:cNvPr id="147" name="Shape 139"/>
          <p:cNvSpPr/>
          <p:nvPr/>
        </p:nvSpPr>
        <p:spPr>
          <a:xfrm>
            <a:off x="587776" y="3647484"/>
            <a:ext cx="256032" cy="119299"/>
          </a:xfrm>
          <a:prstGeom prst="rect">
            <a:avLst/>
          </a:prstGeom>
          <a:solidFill>
            <a:srgbClr val="F8F9FA"/>
          </a:solidFill>
          <a:ln w="6350">
            <a:solidFill>
              <a:srgbClr val="DDDDDD"/>
            </a:solidFill>
            <a:prstDash val="solid"/>
          </a:ln>
        </p:spPr>
      </p:sp>
      <p:sp>
        <p:nvSpPr>
          <p:cNvPr id="148" name="Text 14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49" name="Shape 141"/>
          <p:cNvSpPr/>
          <p:nvPr/>
        </p:nvSpPr>
        <p:spPr>
          <a:xfrm>
            <a:off x="843808" y="3647484"/>
            <a:ext cx="457200" cy="119299"/>
          </a:xfrm>
          <a:prstGeom prst="rect">
            <a:avLst/>
          </a:prstGeom>
          <a:solidFill>
            <a:srgbClr val="FFFFFF"/>
          </a:solidFill>
          <a:ln w="6350">
            <a:solidFill>
              <a:srgbClr val="E2E2E2"/>
            </a:solidFill>
            <a:prstDash val="solid"/>
          </a:ln>
        </p:spPr>
      </p:sp>
      <p:sp>
        <p:nvSpPr>
          <p:cNvPr id="150" name="Shape 142"/>
          <p:cNvSpPr/>
          <p:nvPr/>
        </p:nvSpPr>
        <p:spPr>
          <a:xfrm>
            <a:off x="1301008" y="3647484"/>
            <a:ext cx="594360" cy="119299"/>
          </a:xfrm>
          <a:prstGeom prst="rect">
            <a:avLst/>
          </a:prstGeom>
          <a:solidFill>
            <a:srgbClr val="FFFFFF"/>
          </a:solidFill>
          <a:ln w="6350">
            <a:solidFill>
              <a:srgbClr val="E2E2E2"/>
            </a:solidFill>
            <a:prstDash val="solid"/>
          </a:ln>
        </p:spPr>
      </p:sp>
      <p:sp>
        <p:nvSpPr>
          <p:cNvPr id="151" name="Shape 143"/>
          <p:cNvSpPr/>
          <p:nvPr/>
        </p:nvSpPr>
        <p:spPr>
          <a:xfrm>
            <a:off x="1895368" y="3647484"/>
            <a:ext cx="548640" cy="119299"/>
          </a:xfrm>
          <a:prstGeom prst="rect">
            <a:avLst/>
          </a:prstGeom>
          <a:solidFill>
            <a:srgbClr val="FFFFFF"/>
          </a:solidFill>
          <a:ln w="6350">
            <a:solidFill>
              <a:srgbClr val="E2E2E2"/>
            </a:solidFill>
            <a:prstDash val="solid"/>
          </a:ln>
        </p:spPr>
      </p:sp>
      <p:sp>
        <p:nvSpPr>
          <p:cNvPr id="152" name="Shape 144"/>
          <p:cNvSpPr/>
          <p:nvPr/>
        </p:nvSpPr>
        <p:spPr>
          <a:xfrm>
            <a:off x="2444008" y="3647484"/>
            <a:ext cx="548640" cy="119299"/>
          </a:xfrm>
          <a:prstGeom prst="rect">
            <a:avLst/>
          </a:prstGeom>
          <a:solidFill>
            <a:srgbClr val="FFFFFF"/>
          </a:solidFill>
          <a:ln w="6350">
            <a:solidFill>
              <a:srgbClr val="E2E2E2"/>
            </a:solidFill>
            <a:prstDash val="solid"/>
          </a:ln>
        </p:spPr>
      </p:sp>
      <p:sp>
        <p:nvSpPr>
          <p:cNvPr id="153" name="Shape 145"/>
          <p:cNvSpPr/>
          <p:nvPr/>
        </p:nvSpPr>
        <p:spPr>
          <a:xfrm>
            <a:off x="2992648" y="3647484"/>
            <a:ext cx="731520" cy="119299"/>
          </a:xfrm>
          <a:prstGeom prst="rect">
            <a:avLst/>
          </a:prstGeom>
          <a:solidFill>
            <a:srgbClr val="FFFFFF"/>
          </a:solidFill>
          <a:ln w="6350">
            <a:solidFill>
              <a:srgbClr val="E2E2E2"/>
            </a:solidFill>
            <a:prstDash val="solid"/>
          </a:ln>
        </p:spPr>
      </p:sp>
      <p:sp>
        <p:nvSpPr>
          <p:cNvPr id="154" name="Shape 146"/>
          <p:cNvSpPr/>
          <p:nvPr/>
        </p:nvSpPr>
        <p:spPr>
          <a:xfrm>
            <a:off x="2992648" y="3050987"/>
            <a:ext cx="731520" cy="119299"/>
          </a:xfrm>
          <a:prstGeom prst="rect">
            <a:avLst/>
          </a:prstGeom>
          <a:solidFill>
            <a:srgbClr val="1A73E8">
              <a:alpha val="12000"/>
            </a:srgbClr>
          </a:solidFill>
          <a:ln w="19050">
            <a:solidFill>
              <a:srgbClr val="1A73E8"/>
            </a:solidFill>
            <a:prstDash val="solid"/>
          </a:ln>
        </p:spPr>
      </p:sp>
      <p:sp>
        <p:nvSpPr>
          <p:cNvPr id="155" name="Shape 147"/>
          <p:cNvSpPr/>
          <p:nvPr/>
        </p:nvSpPr>
        <p:spPr>
          <a:xfrm>
            <a:off x="587776" y="3794216"/>
            <a:ext cx="4950927" cy="201168"/>
          </a:xfrm>
          <a:prstGeom prst="rect">
            <a:avLst/>
          </a:prstGeom>
          <a:solidFill>
            <a:srgbClr val="F8F9FA"/>
          </a:solidFill>
          <a:ln w="12700">
            <a:solidFill>
              <a:srgbClr val="F8F9FA"/>
            </a:solidFill>
            <a:prstDash val="solid"/>
          </a:ln>
        </p:spPr>
      </p:sp>
      <p:sp>
        <p:nvSpPr>
          <p:cNvPr id="156" name="Text 14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57" name="Text 14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Santri</a:t>
            </a:r>
            <a:endParaRPr lang="en-US" sz="700" dirty="0"/>
          </a:p>
        </p:txBody>
      </p:sp>
      <p:sp>
        <p:nvSpPr>
          <p:cNvPr id="158" name="Text 15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Setoran</a:t>
            </a:r>
            <a:endParaRPr lang="en-US" sz="700" dirty="0"/>
          </a:p>
        </p:txBody>
      </p:sp>
      <p:sp>
        <p:nvSpPr>
          <p:cNvPr id="159" name="Text 151"/>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Target</a:t>
            </a:r>
            <a:endParaRPr lang="en-US" sz="700" dirty="0"/>
          </a:p>
        </p:txBody>
      </p:sp>
      <p:sp>
        <p:nvSpPr>
          <p:cNvPr id="160" name="Shape 152"/>
          <p:cNvSpPr/>
          <p:nvPr/>
        </p:nvSpPr>
        <p:spPr>
          <a:xfrm>
            <a:off x="3468136" y="3794216"/>
            <a:ext cx="731520" cy="201168"/>
          </a:xfrm>
          <a:prstGeom prst="rect">
            <a:avLst/>
          </a:prstGeom>
          <a:solidFill>
            <a:srgbClr val="E1EFFE"/>
          </a:solidFill>
          <a:ln w="12700">
            <a:solidFill>
              <a:srgbClr val="E1EFFE"/>
            </a:solidFill>
            <a:prstDash val="solid"/>
          </a:ln>
        </p:spPr>
      </p:sp>
      <p:sp>
        <p:nvSpPr>
          <p:cNvPr id="161" name="Text 153"/>
          <p:cNvSpPr txBox="1"/>
          <p:nvPr/>
        </p:nvSpPr>
        <p:spPr>
          <a:xfrm>
            <a:off x="346813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62" name="Shape 154"/>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163" name="Shape 155"/>
          <p:cNvSpPr/>
          <p:nvPr/>
        </p:nvSpPr>
        <p:spPr>
          <a:xfrm>
            <a:off x="5310104" y="2198885"/>
            <a:ext cx="274320" cy="274320"/>
          </a:xfrm>
          <a:prstGeom prst="ellipse">
            <a:avLst/>
          </a:prstGeom>
          <a:solidFill>
            <a:srgbClr val="E53935"/>
          </a:solidFill>
          <a:ln w="12700">
            <a:solidFill>
              <a:srgbClr val="FFFFFF"/>
            </a:solidFill>
            <a:prstDash val="solid"/>
          </a:ln>
        </p:spPr>
      </p:sp>
      <p:sp>
        <p:nvSpPr>
          <p:cNvPr id="164" name="Text 156"/>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165" name="Image 6" descr="preencoded.png">    </p:cNvPr>
          <p:cNvPicPr>
            <a:picLocks noChangeAspect="1"/>
          </p:cNvPicPr>
          <p:nvPr/>
        </p:nvPicPr>
        <p:blipFill>
          <a:blip r:embed="rId7"/>
          <a:stretch>
            <a:fillRect/>
          </a:stretch>
        </p:blipFill>
        <p:spPr>
          <a:xfrm>
            <a:off x="3571390" y="2464976"/>
            <a:ext cx="237744" cy="237744"/>
          </a:xfrm>
          <a:prstGeom prst="rect">
            <a:avLst/>
          </a:prstGeom>
        </p:spPr>
      </p:pic>
      <p:sp>
        <p:nvSpPr>
          <p:cNvPr id="166" name="Text 15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167" name="Text 15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 status dengan IF</a:t>
            </a:r>
            <a:endParaRPr lang="en-US" sz="1800" dirty="0"/>
          </a:p>
        </p:txBody>
      </p:sp>
      <p:sp>
        <p:nvSpPr>
          <p:cNvPr id="168" name="Text 15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E: Status = IF(Total &gt;= Target, "Tercapai", "Semangat"). Target diambil dengan VLOOKUP dari lembar Target.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Pemeriksaan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914400" y="1188720"/>
            <a:ext cx="4114800" cy="3657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Daftar Periksa Database</a:t>
            </a:r>
            <a:endParaRPr lang="en-US" sz="1600" dirty="0"/>
          </a:p>
        </p:txBody>
      </p:sp>
      <p:sp>
        <p:nvSpPr>
          <p:cNvPr id="11" name="Shape 7"/>
          <p:cNvSpPr/>
          <p:nvPr/>
        </p:nvSpPr>
        <p:spPr>
          <a:xfrm>
            <a:off x="960120" y="1746504"/>
            <a:ext cx="274320" cy="274320"/>
          </a:xfrm>
          <a:prstGeom prst="roundRect">
            <a:avLst>
              <a:gd name="adj" fmla="val 16667"/>
            </a:avLst>
          </a:prstGeom>
          <a:solidFill>
            <a:srgbClr val="1F7A5C"/>
          </a:solidFill>
          <a:ln w="19050">
            <a:solidFill>
              <a:srgbClr val="1F7A5C"/>
            </a:solidFill>
            <a:prstDash val="solid"/>
          </a:ln>
        </p:spPr>
      </p:sp>
      <p:sp>
        <p:nvSpPr>
          <p:cNvPr id="12" name="Text 8"/>
          <p:cNvSpPr txBox="1"/>
          <p:nvPr/>
        </p:nvSpPr>
        <p:spPr>
          <a:xfrm>
            <a:off x="960120" y="174650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9"/>
          <p:cNvSpPr txBox="1"/>
          <p:nvPr/>
        </p:nvSpPr>
        <p:spPr>
          <a:xfrm>
            <a:off x="1417320" y="169164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Setiap tabel punya primary key unik</a:t>
            </a:r>
            <a:endParaRPr lang="en-US" sz="1350" dirty="0"/>
          </a:p>
        </p:txBody>
      </p:sp>
      <p:sp>
        <p:nvSpPr>
          <p:cNvPr id="14" name="Shape 10"/>
          <p:cNvSpPr/>
          <p:nvPr/>
        </p:nvSpPr>
        <p:spPr>
          <a:xfrm>
            <a:off x="960120" y="2203704"/>
            <a:ext cx="274320" cy="274320"/>
          </a:xfrm>
          <a:prstGeom prst="roundRect">
            <a:avLst>
              <a:gd name="adj" fmla="val 16667"/>
            </a:avLst>
          </a:prstGeom>
          <a:solidFill>
            <a:srgbClr val="1F7A5C"/>
          </a:solidFill>
          <a:ln w="19050">
            <a:solidFill>
              <a:srgbClr val="1F7A5C"/>
            </a:solidFill>
            <a:prstDash val="solid"/>
          </a:ln>
        </p:spPr>
      </p:sp>
      <p:sp>
        <p:nvSpPr>
          <p:cNvPr id="15" name="Text 11"/>
          <p:cNvSpPr txBox="1"/>
          <p:nvPr/>
        </p:nvSpPr>
        <p:spPr>
          <a:xfrm>
            <a:off x="960120" y="220370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2"/>
          <p:cNvSpPr txBox="1"/>
          <p:nvPr/>
        </p:nvSpPr>
        <p:spPr>
          <a:xfrm>
            <a:off x="1417320" y="214884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Dropdown untuk kolom kunci</a:t>
            </a:r>
            <a:endParaRPr lang="en-US" sz="1350" dirty="0"/>
          </a:p>
        </p:txBody>
      </p:sp>
      <p:sp>
        <p:nvSpPr>
          <p:cNvPr id="17" name="Shape 13"/>
          <p:cNvSpPr/>
          <p:nvPr/>
        </p:nvSpPr>
        <p:spPr>
          <a:xfrm>
            <a:off x="960120" y="2660904"/>
            <a:ext cx="274320" cy="274320"/>
          </a:xfrm>
          <a:prstGeom prst="roundRect">
            <a:avLst>
              <a:gd name="adj" fmla="val 16667"/>
            </a:avLst>
          </a:prstGeom>
          <a:solidFill>
            <a:srgbClr val="1F7A5C"/>
          </a:solidFill>
          <a:ln w="19050">
            <a:solidFill>
              <a:srgbClr val="1F7A5C"/>
            </a:solidFill>
            <a:prstDash val="solid"/>
          </a:ln>
        </p:spPr>
      </p:sp>
      <p:sp>
        <p:nvSpPr>
          <p:cNvPr id="18" name="Text 14"/>
          <p:cNvSpPr txBox="1"/>
          <p:nvPr/>
        </p:nvSpPr>
        <p:spPr>
          <a:xfrm>
            <a:off x="960120" y="266090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5"/>
          <p:cNvSpPr txBox="1"/>
          <p:nvPr/>
        </p:nvSpPr>
        <p:spPr>
          <a:xfrm>
            <a:off x="1417320" y="260604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VLOOKUP tanpa #N/A</a:t>
            </a:r>
            <a:endParaRPr lang="en-US" sz="1350" dirty="0"/>
          </a:p>
        </p:txBody>
      </p:sp>
      <p:sp>
        <p:nvSpPr>
          <p:cNvPr id="20" name="Shape 16"/>
          <p:cNvSpPr/>
          <p:nvPr/>
        </p:nvSpPr>
        <p:spPr>
          <a:xfrm>
            <a:off x="960120" y="3118104"/>
            <a:ext cx="274320" cy="274320"/>
          </a:xfrm>
          <a:prstGeom prst="roundRect">
            <a:avLst>
              <a:gd name="adj" fmla="val 16667"/>
            </a:avLst>
          </a:prstGeom>
          <a:solidFill>
            <a:srgbClr val="1F7A5C"/>
          </a:solidFill>
          <a:ln w="19050">
            <a:solidFill>
              <a:srgbClr val="1F7A5C"/>
            </a:solidFill>
            <a:prstDash val="solid"/>
          </a:ln>
        </p:spPr>
      </p:sp>
      <p:sp>
        <p:nvSpPr>
          <p:cNvPr id="21" name="Text 17"/>
          <p:cNvSpPr txBox="1"/>
          <p:nvPr/>
        </p:nvSpPr>
        <p:spPr>
          <a:xfrm>
            <a:off x="960120" y="311810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18"/>
          <p:cNvSpPr txBox="1"/>
          <p:nvPr/>
        </p:nvSpPr>
        <p:spPr>
          <a:xfrm>
            <a:off x="1417320" y="306324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Ringkasan COUNTIF/SUMIF benar</a:t>
            </a:r>
            <a:endParaRPr lang="en-US" sz="1350" dirty="0"/>
          </a:p>
        </p:txBody>
      </p:sp>
      <p:sp>
        <p:nvSpPr>
          <p:cNvPr id="23" name="Shape 19"/>
          <p:cNvSpPr/>
          <p:nvPr/>
        </p:nvSpPr>
        <p:spPr>
          <a:xfrm>
            <a:off x="960120" y="3575304"/>
            <a:ext cx="274320" cy="274320"/>
          </a:xfrm>
          <a:prstGeom prst="roundRect">
            <a:avLst>
              <a:gd name="adj" fmla="val 16667"/>
            </a:avLst>
          </a:prstGeom>
          <a:solidFill>
            <a:srgbClr val="1F7A5C"/>
          </a:solidFill>
          <a:ln w="19050">
            <a:solidFill>
              <a:srgbClr val="1F7A5C"/>
            </a:solidFill>
            <a:prstDash val="solid"/>
          </a:ln>
        </p:spPr>
      </p:sp>
      <p:sp>
        <p:nvSpPr>
          <p:cNvPr id="24" name="Text 20"/>
          <p:cNvSpPr txBox="1"/>
          <p:nvPr/>
        </p:nvSpPr>
        <p:spPr>
          <a:xfrm>
            <a:off x="960120" y="357530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5" name="Text 21"/>
          <p:cNvSpPr txBox="1"/>
          <p:nvPr/>
        </p:nvSpPr>
        <p:spPr>
          <a:xfrm>
            <a:off x="1417320" y="352044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Semua data fiktif</a:t>
            </a:r>
            <a:endParaRPr lang="en-US" sz="1350" dirty="0"/>
          </a:p>
        </p:txBody>
      </p:sp>
      <p:sp>
        <p:nvSpPr>
          <p:cNvPr id="26" name="Shape 22"/>
          <p:cNvSpPr/>
          <p:nvPr/>
        </p:nvSpPr>
        <p:spPr>
          <a:xfrm>
            <a:off x="896112" y="1627632"/>
            <a:ext cx="4517136" cy="2368296"/>
          </a:xfrm>
          <a:prstGeom prst="roundRect">
            <a:avLst>
              <a:gd name="adj" fmla="val 1931"/>
            </a:avLst>
          </a:prstGeom>
          <a:solidFill>
            <a:srgbClr val="FFFFFF">
              <a:alpha val="0"/>
            </a:srgbClr>
          </a:solidFill>
          <a:ln w="31750">
            <a:solidFill>
              <a:srgbClr val="E53935"/>
            </a:solidFill>
            <a:prstDash val="solid"/>
          </a:ln>
        </p:spPr>
      </p:sp>
      <p:sp>
        <p:nvSpPr>
          <p:cNvPr id="27" name="Shape 23"/>
          <p:cNvSpPr/>
          <p:nvPr/>
        </p:nvSpPr>
        <p:spPr>
          <a:xfrm>
            <a:off x="5276088" y="1490472"/>
            <a:ext cx="274320" cy="274320"/>
          </a:xfrm>
          <a:prstGeom prst="ellipse">
            <a:avLst/>
          </a:prstGeom>
          <a:solidFill>
            <a:srgbClr val="E53935"/>
          </a:solidFill>
          <a:ln w="12700">
            <a:solidFill>
              <a:srgbClr val="FFFFFF"/>
            </a:solidFill>
            <a:prstDash val="solid"/>
          </a:ln>
        </p:spPr>
      </p:sp>
      <p:sp>
        <p:nvSpPr>
          <p:cNvPr id="28" name="Text 24"/>
          <p:cNvSpPr txBox="1"/>
          <p:nvPr/>
        </p:nvSpPr>
        <p:spPr>
          <a:xfrm>
            <a:off x="5276088" y="14904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30" name="Text 2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Periksa dan presentasikan</a:t>
            </a:r>
            <a:endParaRPr lang="en-US" sz="1800" dirty="0"/>
          </a:p>
        </p:txBody>
      </p:sp>
      <p:sp>
        <p:nvSpPr>
          <p:cNvPr id="31" name="Text 2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Periksa dengan daftar periksa. Tampilkan diagram relasi dan database. Tunjukkan: ubah satu data di tabel utama, lihat ringkasan berubah.</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Rancangan Database Proyek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Diagram relasi dan database di Sheets saling sesuai (minimal 2 tabel berhubungan).</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Primary key unik, dropdown kunci, dan VLOOKUP berfungsi tanpa error.</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Lembar Ringkasan dengan COUNTIF/SUMIF dan status IF.</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Seluruh data fiktif; dipresentasikan.</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7: Database Sederhana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Tabel sesuai diagram relasi</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VLOOKUP dan dropdown bekerja</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lembar ringkasan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Lolos pemeriksaan data fiktif</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Bagian database mana yang paling penting bagi aplikasimu?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database ini membantu pengguna?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Merancang dengan matang sebelum membangun adalah tanda kesungguhan dan menghargai waktu.</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8: Google Sheets sebagai Backend.</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3 Modul 7 - Database Sederhana</dc:title>
  <dc:subject>PptxGenJS Presentation</dc:subject>
  <dc:creator>PptxGenJS</dc:creator>
  <cp:lastModifiedBy>PptxGenJS</cp:lastModifiedBy>
  <cp:revision>1</cp:revision>
  <dcterms:created xsi:type="dcterms:W3CDTF">2026-10-02T08:38:42Z</dcterms:created>
  <dcterms:modified xsi:type="dcterms:W3CDTF">2026-10-02T08:38:42Z</dcterms:modified>
</cp:coreProperties>
</file>